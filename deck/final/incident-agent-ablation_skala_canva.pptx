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Noto Sans" charset="1" panose="020B0502040504020204"/>
      <p:regular r:id="rId17"/>
    </p:embeddedFont>
    <p:embeddedFont>
      <p:font typeface="Noto Sans Bold" charset="1" panose="020B0802040504020204"/>
      <p:regular r:id="rId18"/>
    </p:embeddedFont>
    <p:embeddedFont>
      <p:font typeface="Arimo Bold" charset="1" panose="020B07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fonts/font21.fntdata" Type="http://schemas.openxmlformats.org/officeDocument/2006/relationships/font"/><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광주 2반 장병헌입니다. 장애 대응 AI 에이전트를 다섯 군데 고치고, 무엇이 진짜 효과였는지 하나씩 재 봤습니다.</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새벽 장애에 당직자가 "DB 프라이머리가 다운됐습니다"라고 묻습니다. 그런데 원본 에이전트는 응답 지연 매뉴얼을 꺼냅니다. 질문이 아니라 모니터링 경고 문구의 단어로 매뉴얼을 고르기 때문입니다. 그래서 맞는 매뉴얼을 56% 놓쳤습니다.</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원본은 그대로 두고, 개선 다섯 개를 스위치로 붙였습니다. 왼쪽은 에이전트가 일하는 순서이고, 오른쪽은 제가 붙인 스위치입니다. 카드의 숫자가 끼어드는 단계입니다. 첫째, RAG. 매뉴얼 책장에서 맞는 페이지를 찾아 펴 주는 기능입니다. 둘째, Judge. 답을 한 번 더 검수하는 AI 채점관입니다. 셋째, 캐스케이드. 쉬운 건 신입이 먼저, 막히면 선배에게 넘깁니다. 싼 모델이 먼저 씁니다. 넷째, v2 보완. 맞는 매뉴얼이 없으면, 없다고 말하게 했습니다. 다섯째, 질문을 동시에 처리하고, 조회가 고장 나도 끝까지 답하게 했습니다.</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증명은 요리 실험처럼 했습니다. 재료를 하나씩 넣었다 뺐다 하며, 어떤 재료가 진짜 맛을 바꿨는지 보는 방법, Ablation입니다. 개선 조합 7가지를, 개발하는 동안 한 번도 안 본 시험 문제 36개로, 3번씩 돌렸습니다. 같은 문제끼리 나란히 비교했고, 우연일 수 있는 범위까지 따져서, 확실할 때만 "효과 있다"고 했습니다. 숫자는 손으로 옮기지 않고, 결과 파일에서 자동으로 뽑았습니다.</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핵심입니다. 맛을 진짜 바꾼 재료는 두 가지였습니다. 첫째, RAG. 맞는 매뉴얼을 놓치는 비율을 -46%p 줄였고, 전체로는 56%에서 9%가 됐습니다. 둘째, v2 보완. 엉뚱한 매뉴얼이 섞이는 비율을 -24%p 줄였습니다. 그리고 강의에서 권장한 AI 검수, Judge도 넣고 재 봤습니다. 답 검수는 싼 gpt-4o-mini가 하고, 실험 채점은 더 좋은 gpt-4o가 따로 맡았습니다. 검수하고 다시 쓰게 하는 역할로는, 품질 향상이 확인되지 않았고, 시간만 +2.7초 늘었습니다. 하지만 같은 검수자에게, 가짜 시스템 이름을 일부러 넣은 답을 보여 줬더니, 코드 검사는 하나도 못 잡았고, Judge는 21/29를 잡았습니다. 그래서 Judge는 답을 고치는 선생님이 아니라, 거짓 정보를 걸러 내는 경비원으로 써야 합니다. 측정이 먼저입니다.</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운영에서도 달라졌습니다. 싼 모델이 먼저 쓰고, 필요할 때만 비싼 모델을 불러서, 장애 1건 비용이 -84%, 약 6분의 1이 됐습니다. 질문 10개가 한꺼번에 오면, 예전엔 줄을 서서 62.8초, 이제는 동시에 처리해 9.2초입니다. 5번 다시 재도 매번 6.5~9.4배 빨랐습니다. 조회 30%를 일부러 고장 냈더니, 예전엔 0/19, 하나도 끝까지 못 답했는데, 이제는 18/18 모두 답했습니다. 고장 위치를 바꿔도 0/71 → 71/71이었습니다. 대신 한 건만 보면, 질문당 +2.5초 느려졌습니다.</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같은 질문을 실제로 돌린 기록입니다. "DB가 죽었다"는 질문에, 원본은 경보판의 "느림"만 보고, 응답 지연 매뉴얼을 꺼내 커넥션 풀을 늘리라고 합니다. DB가 죽었으니, 소용없는 조치입니다. 최종은 질문의 뜻을 보고, DB 다운 매뉴얼을 꺼내, 예비 DB로 바꿔 타라고, failover를 권합니다. 비용은 약 6분의 1입니다. 다만 디스크 부족 매뉴얼이 같이 섞이는 문제는, 아직 남았습니다.</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한계도 있습니다. 손님이 자기 말로 물으면, 첫 번째로 맞히는 비율이 33%, 엉뚱한 매뉴얼이 섞이는 비율이 35% 남았습니다. 시험 문제는 제가 만든 합성 문제이고, 사람 채점은 아직 없습니다.</a:t>
            </a:r>
          </a:p>
          <a:p>
            <a:r>
              <a:rPr lang="en-US"/>
              <a:t/>
            </a:r>
          </a:p>
          <a:p>
            <a:r>
              <a:rPr lang="en-US"/>
              <a:t>그리고 교수님 원본은 원래 AI 모델을 바꿔 끼우는 구조라서, 제 맥북의 로컬 Ollama로, 원본과 제 개선판을 모두 끝까지 돌려 봤습니다. 비용은 0원이고, 장애 데이터가 회사 밖으로 나가지 않아, 망분리 현장에서도 쓸 수 있습니다. (시간 모자라면 여기서 '배운 점'으로)</a:t>
            </a:r>
          </a:p>
          <a:p>
            <a:r>
              <a:rPr lang="en-US"/>
              <a:t>처음엔 매뉴얼 검색 기준이 OpenAI에 맞춰져 있어 매뉴얼을 못 찾았지만, 엉뚱한 걸 고르진 않았습니다. 로컬용으로 기준을 다시 맞추니, 세 문제 중 두 문제를 맞혔고, DB 다운 질문은 개선판만 맞혔습니다. 남은 한 문제와 느린 속도가 다음 과제입니다.</a:t>
            </a:r>
          </a:p>
          <a:p>
            <a:r>
              <a:rPr lang="en-US"/>
              <a:t/>
            </a:r>
          </a:p>
          <a:p>
            <a:r>
              <a:rPr lang="en-US"/>
              <a:t>배운 점은, 기능을 더하기 전에, 재는 법부터 만들어야 한다는 것입니다. 감사합니다.</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https://github.com/jang961111-hash/incident-agent-ablation"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7280" y="9656064"/>
            <a:ext cx="9144000" cy="402336"/>
            <a:chOff x="0" y="0"/>
            <a:chExt cx="12192000" cy="536448"/>
          </a:xfrm>
        </p:grpSpPr>
        <p:sp>
          <p:nvSpPr>
            <p:cNvPr name="Freeform 3" id="3"/>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4" id="4"/>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5" id="5"/>
          <p:cNvGrpSpPr/>
          <p:nvPr/>
        </p:nvGrpSpPr>
        <p:grpSpPr>
          <a:xfrm rot="0">
            <a:off x="16276320" y="9656064"/>
            <a:ext cx="914400" cy="402336"/>
            <a:chOff x="0" y="0"/>
            <a:chExt cx="1219200" cy="536448"/>
          </a:xfrm>
        </p:grpSpPr>
        <p:sp>
          <p:nvSpPr>
            <p:cNvPr name="Freeform 6" id="6"/>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7" id="7"/>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1</a:t>
              </a:r>
            </a:p>
          </p:txBody>
        </p:sp>
      </p:grpSp>
      <p:grpSp>
        <p:nvGrpSpPr>
          <p:cNvPr name="Group 8" id="8"/>
          <p:cNvGrpSpPr/>
          <p:nvPr/>
        </p:nvGrpSpPr>
        <p:grpSpPr>
          <a:xfrm rot="0">
            <a:off x="10149840" y="1005840"/>
            <a:ext cx="7498080" cy="7498080"/>
            <a:chOff x="0" y="0"/>
            <a:chExt cx="9997440" cy="9997440"/>
          </a:xfrm>
        </p:grpSpPr>
        <p:sp>
          <p:nvSpPr>
            <p:cNvPr name="Freeform 9" id="9" descr="/Users/jangbyeongheon/projects/incident-agent-ablation/docs/figures/gpt_webtoon.png"/>
            <p:cNvSpPr/>
            <p:nvPr/>
          </p:nvSpPr>
          <p:spPr>
            <a:xfrm flipH="false" flipV="false" rot="0">
              <a:off x="0" y="0"/>
              <a:ext cx="9997440" cy="9997440"/>
            </a:xfrm>
            <a:custGeom>
              <a:avLst/>
              <a:gdLst/>
              <a:ahLst/>
              <a:cxnLst/>
              <a:rect r="r" b="b" t="t" l="l"/>
              <a:pathLst>
                <a:path h="9997440" w="9997440">
                  <a:moveTo>
                    <a:pt x="0" y="0"/>
                  </a:moveTo>
                  <a:lnTo>
                    <a:pt x="9997440" y="0"/>
                  </a:lnTo>
                  <a:lnTo>
                    <a:pt x="9997440" y="9997440"/>
                  </a:lnTo>
                  <a:lnTo>
                    <a:pt x="0" y="9997440"/>
                  </a:lnTo>
                  <a:lnTo>
                    <a:pt x="0" y="0"/>
                  </a:lnTo>
                  <a:close/>
                </a:path>
              </a:pathLst>
            </a:custGeom>
            <a:blipFill>
              <a:blip r:embed="rId4"/>
              <a:stretch>
                <a:fillRect l="0" t="0" r="0" b="0"/>
              </a:stretch>
            </a:blipFill>
          </p:spPr>
        </p:sp>
      </p:grpSp>
      <p:grpSp>
        <p:nvGrpSpPr>
          <p:cNvPr name="Group 10" id="10"/>
          <p:cNvGrpSpPr/>
          <p:nvPr/>
        </p:nvGrpSpPr>
        <p:grpSpPr>
          <a:xfrm rot="0">
            <a:off x="1084583" y="1633223"/>
            <a:ext cx="500891" cy="500891"/>
            <a:chOff x="0" y="0"/>
            <a:chExt cx="667855" cy="667855"/>
          </a:xfrm>
        </p:grpSpPr>
        <p:sp>
          <p:nvSpPr>
            <p:cNvPr name="Freeform 11" id="11"/>
            <p:cNvSpPr/>
            <p:nvPr/>
          </p:nvSpPr>
          <p:spPr>
            <a:xfrm flipH="false" flipV="false" rot="0">
              <a:off x="0" y="0"/>
              <a:ext cx="667893" cy="667893"/>
            </a:xfrm>
            <a:custGeom>
              <a:avLst/>
              <a:gdLst/>
              <a:ahLst/>
              <a:cxnLst/>
              <a:rect r="r" b="b" t="t" l="l"/>
              <a:pathLst>
                <a:path h="667893" w="667893">
                  <a:moveTo>
                    <a:pt x="0" y="333883"/>
                  </a:moveTo>
                  <a:cubicBezTo>
                    <a:pt x="0" y="149479"/>
                    <a:pt x="149479" y="0"/>
                    <a:pt x="333883" y="0"/>
                  </a:cubicBezTo>
                  <a:cubicBezTo>
                    <a:pt x="518287" y="0"/>
                    <a:pt x="667893" y="149479"/>
                    <a:pt x="667893" y="333883"/>
                  </a:cubicBezTo>
                  <a:cubicBezTo>
                    <a:pt x="667893" y="518287"/>
                    <a:pt x="518287" y="667893"/>
                    <a:pt x="333883" y="667893"/>
                  </a:cubicBezTo>
                  <a:cubicBezTo>
                    <a:pt x="149479" y="667893"/>
                    <a:pt x="0" y="518287"/>
                    <a:pt x="0" y="333883"/>
                  </a:cubicBezTo>
                  <a:close/>
                </a:path>
              </a:pathLst>
            </a:custGeom>
            <a:solidFill>
              <a:srgbClr val="C8102E"/>
            </a:solidFill>
            <a:ln w="25400" cap="sq">
              <a:solidFill>
                <a:srgbClr val="C8102E"/>
              </a:solidFill>
              <a:prstDash val="solid"/>
              <a:miter/>
            </a:ln>
          </p:spPr>
        </p:sp>
      </p:grpSp>
      <p:sp>
        <p:nvSpPr>
          <p:cNvPr name="TextBox 12" id="12"/>
          <p:cNvSpPr txBox="true"/>
          <p:nvPr/>
        </p:nvSpPr>
        <p:spPr>
          <a:xfrm rot="0">
            <a:off x="1097280" y="2468880"/>
            <a:ext cx="8778240" cy="1638300"/>
          </a:xfrm>
          <a:prstGeom prst="rect">
            <a:avLst/>
          </a:prstGeom>
        </p:spPr>
        <p:txBody>
          <a:bodyPr anchor="t" rtlCol="false" tIns="0" lIns="0" bIns="0" rIns="0">
            <a:spAutoFit/>
          </a:bodyPr>
          <a:lstStyle/>
          <a:p>
            <a:pPr algn="l">
              <a:lnSpc>
                <a:spcPts val="6480"/>
              </a:lnSpc>
            </a:pPr>
            <a:r>
              <a:rPr lang="en-US" sz="5400" b="true">
                <a:solidFill>
                  <a:srgbClr val="1A1A1A"/>
                </a:solidFill>
                <a:latin typeface="Noto Sans Bold"/>
                <a:ea typeface="Noto Sans Bold"/>
                <a:cs typeface="Noto Sans Bold"/>
                <a:sym typeface="Noto Sans Bold"/>
              </a:rPr>
              <a:t>장애 대응 AI 에이전트,</a:t>
            </a:r>
          </a:p>
          <a:p>
            <a:pPr algn="l">
              <a:lnSpc>
                <a:spcPts val="6480"/>
              </a:lnSpc>
            </a:pPr>
            <a:r>
              <a:rPr lang="en-US" sz="5400" b="true">
                <a:solidFill>
                  <a:srgbClr val="1A1A1A"/>
                </a:solidFill>
                <a:latin typeface="Noto Sans Bold"/>
                <a:ea typeface="Noto Sans Bold"/>
                <a:cs typeface="Noto Sans Bold"/>
                <a:sym typeface="Noto Sans Bold"/>
              </a:rPr>
              <a:t>무엇이 진짜 효과였나</a:t>
            </a:r>
          </a:p>
        </p:txBody>
      </p:sp>
      <p:grpSp>
        <p:nvGrpSpPr>
          <p:cNvPr name="Group 13" id="13"/>
          <p:cNvGrpSpPr/>
          <p:nvPr/>
        </p:nvGrpSpPr>
        <p:grpSpPr>
          <a:xfrm rot="0">
            <a:off x="1084583" y="5656583"/>
            <a:ext cx="8437883" cy="1159259"/>
            <a:chOff x="0" y="0"/>
            <a:chExt cx="11250511" cy="1545679"/>
          </a:xfrm>
        </p:grpSpPr>
        <p:sp>
          <p:nvSpPr>
            <p:cNvPr name="Freeform 14" id="14"/>
            <p:cNvSpPr/>
            <p:nvPr/>
          </p:nvSpPr>
          <p:spPr>
            <a:xfrm flipH="false" flipV="false" rot="0">
              <a:off x="0" y="0"/>
              <a:ext cx="11250549" cy="1545717"/>
            </a:xfrm>
            <a:custGeom>
              <a:avLst/>
              <a:gdLst/>
              <a:ahLst/>
              <a:cxnLst/>
              <a:rect r="r" b="b" t="t" l="l"/>
              <a:pathLst>
                <a:path h="1545717" w="11250549">
                  <a:moveTo>
                    <a:pt x="0" y="747903"/>
                  </a:moveTo>
                  <a:cubicBezTo>
                    <a:pt x="0" y="334899"/>
                    <a:pt x="334899" y="0"/>
                    <a:pt x="747903" y="0"/>
                  </a:cubicBezTo>
                  <a:lnTo>
                    <a:pt x="10502646" y="0"/>
                  </a:lnTo>
                  <a:cubicBezTo>
                    <a:pt x="10915650" y="0"/>
                    <a:pt x="11250549" y="334899"/>
                    <a:pt x="11250549" y="747903"/>
                  </a:cubicBezTo>
                  <a:lnTo>
                    <a:pt x="11250549" y="797814"/>
                  </a:lnTo>
                  <a:cubicBezTo>
                    <a:pt x="11250549" y="1210818"/>
                    <a:pt x="10915650" y="1545717"/>
                    <a:pt x="10502646" y="1545717"/>
                  </a:cubicBezTo>
                  <a:lnTo>
                    <a:pt x="747903" y="1545717"/>
                  </a:lnTo>
                  <a:cubicBezTo>
                    <a:pt x="334899" y="1545717"/>
                    <a:pt x="0" y="1210818"/>
                    <a:pt x="0" y="797814"/>
                  </a:cubicBezTo>
                  <a:close/>
                </a:path>
              </a:pathLst>
            </a:custGeom>
            <a:solidFill>
              <a:srgbClr val="FDECEE"/>
            </a:solidFill>
            <a:ln w="25400" cap="sq">
              <a:solidFill>
                <a:srgbClr val="FDECEE"/>
              </a:solidFill>
              <a:prstDash val="solid"/>
              <a:miter/>
            </a:ln>
          </p:spPr>
        </p:sp>
      </p:grpSp>
      <p:grpSp>
        <p:nvGrpSpPr>
          <p:cNvPr name="Group 15" id="15"/>
          <p:cNvGrpSpPr/>
          <p:nvPr/>
        </p:nvGrpSpPr>
        <p:grpSpPr>
          <a:xfrm rot="0">
            <a:off x="1463040" y="5669280"/>
            <a:ext cx="7863840" cy="1133856"/>
            <a:chOff x="0" y="0"/>
            <a:chExt cx="10485120" cy="1511808"/>
          </a:xfrm>
        </p:grpSpPr>
        <p:sp>
          <p:nvSpPr>
            <p:cNvPr name="Freeform 16" id="16"/>
            <p:cNvSpPr/>
            <p:nvPr/>
          </p:nvSpPr>
          <p:spPr>
            <a:xfrm flipH="false" flipV="false" rot="0">
              <a:off x="0" y="0"/>
              <a:ext cx="10485120" cy="1511808"/>
            </a:xfrm>
            <a:custGeom>
              <a:avLst/>
              <a:gdLst/>
              <a:ahLst/>
              <a:cxnLst/>
              <a:rect r="r" b="b" t="t" l="l"/>
              <a:pathLst>
                <a:path h="1511808" w="10485120">
                  <a:moveTo>
                    <a:pt x="0" y="0"/>
                  </a:moveTo>
                  <a:lnTo>
                    <a:pt x="10485120" y="0"/>
                  </a:lnTo>
                  <a:lnTo>
                    <a:pt x="10485120" y="1511808"/>
                  </a:lnTo>
                  <a:lnTo>
                    <a:pt x="0" y="1511808"/>
                  </a:lnTo>
                  <a:close/>
                </a:path>
              </a:pathLst>
            </a:custGeom>
            <a:blipFill>
              <a:blip r:embed="rId3">
                <a:alphaModFix amt="0"/>
              </a:blip>
              <a:stretch>
                <a:fillRect l="0" t="-85138" r="0" b="-85138"/>
              </a:stretch>
            </a:blipFill>
          </p:spPr>
        </p:sp>
        <p:sp>
          <p:nvSpPr>
            <p:cNvPr name="TextBox 17" id="17"/>
            <p:cNvSpPr txBox="true"/>
            <p:nvPr/>
          </p:nvSpPr>
          <p:spPr>
            <a:xfrm>
              <a:off x="0" y="0"/>
              <a:ext cx="10485120" cy="1511808"/>
            </a:xfrm>
            <a:prstGeom prst="rect">
              <a:avLst/>
            </a:prstGeom>
          </p:spPr>
          <p:txBody>
            <a:bodyPr anchor="ctr" rtlCol="false" tIns="0" lIns="0" bIns="0" rIns="0"/>
            <a:lstStyle/>
            <a:p>
              <a:pPr algn="l">
                <a:lnSpc>
                  <a:spcPts val="3359"/>
                </a:lnSpc>
              </a:pPr>
              <a:r>
                <a:rPr lang="en-US" sz="2799" b="true">
                  <a:solidFill>
                    <a:srgbClr val="C8102E"/>
                  </a:solidFill>
                  <a:latin typeface="Noto Sans Bold"/>
                  <a:ea typeface="Noto Sans Bold"/>
                  <a:cs typeface="Noto Sans Bold"/>
                  <a:sym typeface="Noto Sans Bold"/>
                </a:rPr>
                <a:t>고친 것 5가지</a:t>
              </a:r>
              <a:r>
                <a:rPr lang="en-US" sz="2799">
                  <a:solidFill>
                    <a:srgbClr val="1A1A1A"/>
                  </a:solidFill>
                  <a:latin typeface="Noto Sans"/>
                  <a:ea typeface="Noto Sans"/>
                  <a:cs typeface="Noto Sans"/>
                  <a:sym typeface="Noto Sans"/>
                </a:rPr>
                <a:t> · 스위치로 하나씩 증명</a:t>
              </a:r>
            </a:p>
          </p:txBody>
        </p:sp>
      </p:grpSp>
      <p:grpSp>
        <p:nvGrpSpPr>
          <p:cNvPr name="Group 18" id="18"/>
          <p:cNvGrpSpPr/>
          <p:nvPr/>
        </p:nvGrpSpPr>
        <p:grpSpPr>
          <a:xfrm rot="0">
            <a:off x="1097280" y="7223760"/>
            <a:ext cx="8229600" cy="640080"/>
            <a:chOff x="0" y="0"/>
            <a:chExt cx="10972800" cy="853440"/>
          </a:xfrm>
        </p:grpSpPr>
        <p:sp>
          <p:nvSpPr>
            <p:cNvPr name="Freeform 19" id="19"/>
            <p:cNvSpPr/>
            <p:nvPr/>
          </p:nvSpPr>
          <p:spPr>
            <a:xfrm flipH="false" flipV="false" rot="0">
              <a:off x="0" y="0"/>
              <a:ext cx="10972800" cy="853440"/>
            </a:xfrm>
            <a:custGeom>
              <a:avLst/>
              <a:gdLst/>
              <a:ahLst/>
              <a:cxnLst/>
              <a:rect r="r" b="b" t="t" l="l"/>
              <a:pathLst>
                <a:path h="853440" w="10972800">
                  <a:moveTo>
                    <a:pt x="0" y="0"/>
                  </a:moveTo>
                  <a:lnTo>
                    <a:pt x="10972800" y="0"/>
                  </a:lnTo>
                  <a:lnTo>
                    <a:pt x="10972800" y="853440"/>
                  </a:lnTo>
                  <a:lnTo>
                    <a:pt x="0" y="853440"/>
                  </a:lnTo>
                  <a:close/>
                </a:path>
              </a:pathLst>
            </a:custGeom>
            <a:blipFill>
              <a:blip r:embed="rId3">
                <a:alphaModFix amt="0"/>
              </a:blip>
              <a:stretch>
                <a:fillRect l="0" t="-200521" r="0" b="-200521"/>
              </a:stretch>
            </a:blipFill>
          </p:spPr>
        </p:sp>
        <p:sp>
          <p:nvSpPr>
            <p:cNvPr name="TextBox 20" id="20"/>
            <p:cNvSpPr txBox="true"/>
            <p:nvPr/>
          </p:nvSpPr>
          <p:spPr>
            <a:xfrm>
              <a:off x="0" y="-9525"/>
              <a:ext cx="10972800" cy="862965"/>
            </a:xfrm>
            <a:prstGeom prst="rect">
              <a:avLst/>
            </a:prstGeom>
          </p:spPr>
          <p:txBody>
            <a:bodyPr anchor="ctr" rtlCol="false" tIns="0" lIns="0" bIns="0" rIns="0"/>
            <a:lstStyle/>
            <a:p>
              <a:pPr algn="l">
                <a:lnSpc>
                  <a:spcPts val="3120"/>
                </a:lnSpc>
              </a:pPr>
              <a:r>
                <a:rPr lang="en-US" sz="2600">
                  <a:solidFill>
                    <a:srgbClr val="6B7280"/>
                  </a:solidFill>
                  <a:latin typeface="Noto Sans"/>
                  <a:ea typeface="Noto Sans"/>
                  <a:cs typeface="Noto Sans"/>
                  <a:sym typeface="Noto Sans"/>
                </a:rPr>
                <a:t>광주 2반 장병헌</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44463"/>
            <a:chOff x="0" y="0"/>
            <a:chExt cx="18288000" cy="1259284"/>
          </a:xfrm>
        </p:grpSpPr>
        <p:sp>
          <p:nvSpPr>
            <p:cNvPr name="Freeform 5" id="5"/>
            <p:cNvSpPr/>
            <p:nvPr/>
          </p:nvSpPr>
          <p:spPr>
            <a:xfrm flipH="false" flipV="false" rot="0">
              <a:off x="0" y="0"/>
              <a:ext cx="18288000" cy="1259284"/>
            </a:xfrm>
            <a:custGeom>
              <a:avLst/>
              <a:gdLst/>
              <a:ahLst/>
              <a:cxnLst/>
              <a:rect r="r" b="b" t="t" l="l"/>
              <a:pathLst>
                <a:path h="1259284" w="18288000">
                  <a:moveTo>
                    <a:pt x="0" y="0"/>
                  </a:moveTo>
                  <a:lnTo>
                    <a:pt x="18288000" y="0"/>
                  </a:lnTo>
                  <a:lnTo>
                    <a:pt x="18288000" y="1259284"/>
                  </a:lnTo>
                  <a:lnTo>
                    <a:pt x="0" y="1259284"/>
                  </a:lnTo>
                  <a:close/>
                </a:path>
              </a:pathLst>
            </a:custGeom>
            <a:blipFill>
              <a:blip r:embed="rId3">
                <a:alphaModFix amt="0"/>
              </a:blip>
              <a:stretch>
                <a:fillRect l="0" t="-234563" r="0" b="-231380"/>
              </a:stretch>
            </a:blipFill>
          </p:spPr>
        </p:sp>
        <p:sp>
          <p:nvSpPr>
            <p:cNvPr name="TextBox 6" id="6"/>
            <p:cNvSpPr txBox="true"/>
            <p:nvPr/>
          </p:nvSpPr>
          <p:spPr>
            <a:xfrm>
              <a:off x="0" y="9525"/>
              <a:ext cx="18288000" cy="1249759"/>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새벽 장애, 에이전트가 헛짚었어요</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2</a:t>
              </a:r>
            </a:p>
          </p:txBody>
        </p:sp>
      </p:grpSp>
      <p:grpSp>
        <p:nvGrpSpPr>
          <p:cNvPr name="Group 13" id="13"/>
          <p:cNvGrpSpPr/>
          <p:nvPr/>
        </p:nvGrpSpPr>
        <p:grpSpPr>
          <a:xfrm rot="0">
            <a:off x="1078230" y="2084070"/>
            <a:ext cx="8450580" cy="1775460"/>
            <a:chOff x="0" y="0"/>
            <a:chExt cx="11267440" cy="2367280"/>
          </a:xfrm>
        </p:grpSpPr>
        <p:sp>
          <p:nvSpPr>
            <p:cNvPr name="Freeform 14" id="14"/>
            <p:cNvSpPr/>
            <p:nvPr/>
          </p:nvSpPr>
          <p:spPr>
            <a:xfrm flipH="false" flipV="false" rot="0">
              <a:off x="0" y="0"/>
              <a:ext cx="11267440" cy="2367153"/>
            </a:xfrm>
            <a:custGeom>
              <a:avLst/>
              <a:gdLst/>
              <a:ahLst/>
              <a:cxnLst/>
              <a:rect r="r" b="b" t="t" l="l"/>
              <a:pathLst>
                <a:path h="2367153" w="11267440">
                  <a:moveTo>
                    <a:pt x="0" y="622935"/>
                  </a:moveTo>
                  <a:cubicBezTo>
                    <a:pt x="0" y="278892"/>
                    <a:pt x="278892" y="0"/>
                    <a:pt x="622935" y="0"/>
                  </a:cubicBezTo>
                  <a:lnTo>
                    <a:pt x="10644505" y="0"/>
                  </a:lnTo>
                  <a:cubicBezTo>
                    <a:pt x="10988549" y="0"/>
                    <a:pt x="11267440" y="278892"/>
                    <a:pt x="11267440" y="622935"/>
                  </a:cubicBezTo>
                  <a:lnTo>
                    <a:pt x="11267440" y="1744218"/>
                  </a:lnTo>
                  <a:cubicBezTo>
                    <a:pt x="11267440" y="2088261"/>
                    <a:pt x="10988549" y="2367153"/>
                    <a:pt x="10644505" y="2367153"/>
                  </a:cubicBezTo>
                  <a:lnTo>
                    <a:pt x="622935" y="2367153"/>
                  </a:lnTo>
                  <a:cubicBezTo>
                    <a:pt x="278892" y="2367280"/>
                    <a:pt x="0" y="2088388"/>
                    <a:pt x="0" y="1744345"/>
                  </a:cubicBezTo>
                  <a:close/>
                </a:path>
              </a:pathLst>
            </a:custGeom>
            <a:solidFill>
              <a:srgbClr val="FFFFFF"/>
            </a:solidFill>
            <a:ln w="38100" cap="sq">
              <a:solidFill>
                <a:srgbClr val="C8102E"/>
              </a:solidFill>
              <a:prstDash val="solid"/>
              <a:miter/>
            </a:ln>
          </p:spPr>
        </p:sp>
      </p:grpSp>
      <p:grpSp>
        <p:nvGrpSpPr>
          <p:cNvPr name="Group 15" id="15"/>
          <p:cNvGrpSpPr/>
          <p:nvPr/>
        </p:nvGrpSpPr>
        <p:grpSpPr>
          <a:xfrm rot="-10800000">
            <a:off x="1718310" y="3784854"/>
            <a:ext cx="495300" cy="403860"/>
            <a:chOff x="0" y="0"/>
            <a:chExt cx="660400" cy="538480"/>
          </a:xfrm>
        </p:grpSpPr>
        <p:sp>
          <p:nvSpPr>
            <p:cNvPr name="Freeform 16" id="16"/>
            <p:cNvSpPr/>
            <p:nvPr/>
          </p:nvSpPr>
          <p:spPr>
            <a:xfrm flipH="false" flipV="false" rot="0">
              <a:off x="0" y="0"/>
              <a:ext cx="660400" cy="538480"/>
            </a:xfrm>
            <a:custGeom>
              <a:avLst/>
              <a:gdLst/>
              <a:ahLst/>
              <a:cxnLst/>
              <a:rect r="r" b="b" t="t" l="l"/>
              <a:pathLst>
                <a:path h="538480" w="660400">
                  <a:moveTo>
                    <a:pt x="0" y="538480"/>
                  </a:moveTo>
                  <a:lnTo>
                    <a:pt x="330200" y="0"/>
                  </a:lnTo>
                  <a:lnTo>
                    <a:pt x="660400" y="538480"/>
                  </a:lnTo>
                  <a:close/>
                </a:path>
              </a:pathLst>
            </a:custGeom>
            <a:solidFill>
              <a:srgbClr val="FFFFFF"/>
            </a:solidFill>
            <a:ln w="38100" cap="sq">
              <a:solidFill>
                <a:srgbClr val="C8102E"/>
              </a:solidFill>
              <a:prstDash val="solid"/>
              <a:miter/>
            </a:ln>
          </p:spPr>
        </p:sp>
      </p:grpSp>
      <p:grpSp>
        <p:nvGrpSpPr>
          <p:cNvPr name="Group 17" id="17"/>
          <p:cNvGrpSpPr/>
          <p:nvPr/>
        </p:nvGrpSpPr>
        <p:grpSpPr>
          <a:xfrm rot="0">
            <a:off x="1688087" y="3718055"/>
            <a:ext cx="555755" cy="171707"/>
            <a:chOff x="0" y="0"/>
            <a:chExt cx="741007" cy="228943"/>
          </a:xfrm>
        </p:grpSpPr>
        <p:sp>
          <p:nvSpPr>
            <p:cNvPr name="Freeform 18" id="18"/>
            <p:cNvSpPr/>
            <p:nvPr/>
          </p:nvSpPr>
          <p:spPr>
            <a:xfrm flipH="false" flipV="false" rot="0">
              <a:off x="0" y="0"/>
              <a:ext cx="740918" cy="228854"/>
            </a:xfrm>
            <a:custGeom>
              <a:avLst/>
              <a:gdLst/>
              <a:ahLst/>
              <a:cxnLst/>
              <a:rect r="r" b="b" t="t" l="l"/>
              <a:pathLst>
                <a:path h="228854" w="740918">
                  <a:moveTo>
                    <a:pt x="0" y="38100"/>
                  </a:moveTo>
                  <a:cubicBezTo>
                    <a:pt x="0" y="17145"/>
                    <a:pt x="17145" y="0"/>
                    <a:pt x="38100" y="0"/>
                  </a:cubicBezTo>
                  <a:lnTo>
                    <a:pt x="702818" y="0"/>
                  </a:lnTo>
                  <a:cubicBezTo>
                    <a:pt x="723900" y="0"/>
                    <a:pt x="740918" y="17145"/>
                    <a:pt x="740918" y="38100"/>
                  </a:cubicBezTo>
                  <a:lnTo>
                    <a:pt x="740918" y="190754"/>
                  </a:lnTo>
                  <a:cubicBezTo>
                    <a:pt x="740918" y="211836"/>
                    <a:pt x="723773" y="228854"/>
                    <a:pt x="702818" y="228854"/>
                  </a:cubicBezTo>
                  <a:lnTo>
                    <a:pt x="38100" y="228854"/>
                  </a:lnTo>
                  <a:cubicBezTo>
                    <a:pt x="17018" y="228854"/>
                    <a:pt x="0" y="211709"/>
                    <a:pt x="0" y="190754"/>
                  </a:cubicBezTo>
                  <a:close/>
                </a:path>
              </a:pathLst>
            </a:custGeom>
            <a:solidFill>
              <a:srgbClr val="FFFFFF"/>
            </a:solidFill>
            <a:ln w="25400" cap="sq">
              <a:solidFill>
                <a:srgbClr val="FFFFFF"/>
              </a:solidFill>
              <a:prstDash val="solid"/>
              <a:miter/>
            </a:ln>
          </p:spPr>
        </p:sp>
      </p:grpSp>
      <p:grpSp>
        <p:nvGrpSpPr>
          <p:cNvPr name="Group 19" id="19"/>
          <p:cNvGrpSpPr/>
          <p:nvPr/>
        </p:nvGrpSpPr>
        <p:grpSpPr>
          <a:xfrm rot="0">
            <a:off x="1554480" y="2249424"/>
            <a:ext cx="7498080" cy="1444752"/>
            <a:chOff x="0" y="0"/>
            <a:chExt cx="9997440" cy="1926336"/>
          </a:xfrm>
        </p:grpSpPr>
        <p:sp>
          <p:nvSpPr>
            <p:cNvPr name="Freeform 20" id="20"/>
            <p:cNvSpPr/>
            <p:nvPr/>
          </p:nvSpPr>
          <p:spPr>
            <a:xfrm flipH="false" flipV="false" rot="0">
              <a:off x="0" y="0"/>
              <a:ext cx="9997440" cy="1926336"/>
            </a:xfrm>
            <a:custGeom>
              <a:avLst/>
              <a:gdLst/>
              <a:ahLst/>
              <a:cxnLst/>
              <a:rect r="r" b="b" t="t" l="l"/>
              <a:pathLst>
                <a:path h="1926336" w="9997440">
                  <a:moveTo>
                    <a:pt x="0" y="0"/>
                  </a:moveTo>
                  <a:lnTo>
                    <a:pt x="9997440" y="0"/>
                  </a:lnTo>
                  <a:lnTo>
                    <a:pt x="9997440" y="1926336"/>
                  </a:lnTo>
                  <a:lnTo>
                    <a:pt x="0" y="1926336"/>
                  </a:lnTo>
                  <a:close/>
                </a:path>
              </a:pathLst>
            </a:custGeom>
            <a:blipFill>
              <a:blip r:embed="rId3">
                <a:alphaModFix amt="0"/>
              </a:blip>
              <a:stretch>
                <a:fillRect l="0" t="-51124" r="0" b="-51124"/>
              </a:stretch>
            </a:blipFill>
          </p:spPr>
        </p:sp>
        <p:sp>
          <p:nvSpPr>
            <p:cNvPr name="TextBox 21" id="21"/>
            <p:cNvSpPr txBox="true"/>
            <p:nvPr/>
          </p:nvSpPr>
          <p:spPr>
            <a:xfrm>
              <a:off x="0" y="-9525"/>
              <a:ext cx="9997440" cy="1935861"/>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당직자</a:t>
              </a:r>
            </a:p>
            <a:p>
              <a:pPr algn="l">
                <a:lnSpc>
                  <a:spcPts val="3600"/>
                </a:lnSpc>
              </a:pPr>
              <a:r>
                <a:rPr lang="en-US" sz="3000" b="true">
                  <a:solidFill>
                    <a:srgbClr val="1A1A1A"/>
                  </a:solidFill>
                  <a:latin typeface="Noto Sans Bold"/>
                  <a:ea typeface="Noto Sans Bold"/>
                  <a:cs typeface="Noto Sans Bold"/>
                  <a:sym typeface="Noto Sans Bold"/>
                </a:rPr>
                <a:t>"DB 프라이머리가 다운됐습니다"</a:t>
              </a:r>
            </a:p>
          </p:txBody>
        </p:sp>
      </p:grpSp>
      <p:grpSp>
        <p:nvGrpSpPr>
          <p:cNvPr name="Group 22" id="22"/>
          <p:cNvGrpSpPr/>
          <p:nvPr/>
        </p:nvGrpSpPr>
        <p:grpSpPr>
          <a:xfrm rot="0">
            <a:off x="2175510" y="4552950"/>
            <a:ext cx="8084820" cy="1775460"/>
            <a:chOff x="0" y="0"/>
            <a:chExt cx="10779760" cy="2367280"/>
          </a:xfrm>
        </p:grpSpPr>
        <p:sp>
          <p:nvSpPr>
            <p:cNvPr name="Freeform 23" id="23"/>
            <p:cNvSpPr/>
            <p:nvPr/>
          </p:nvSpPr>
          <p:spPr>
            <a:xfrm flipH="false" flipV="false" rot="0">
              <a:off x="0" y="0"/>
              <a:ext cx="10779760" cy="2367153"/>
            </a:xfrm>
            <a:custGeom>
              <a:avLst/>
              <a:gdLst/>
              <a:ahLst/>
              <a:cxnLst/>
              <a:rect r="r" b="b" t="t" l="l"/>
              <a:pathLst>
                <a:path h="2367153" w="10779760">
                  <a:moveTo>
                    <a:pt x="0" y="622935"/>
                  </a:moveTo>
                  <a:cubicBezTo>
                    <a:pt x="0" y="278892"/>
                    <a:pt x="278892" y="0"/>
                    <a:pt x="622935" y="0"/>
                  </a:cubicBezTo>
                  <a:lnTo>
                    <a:pt x="10156825" y="0"/>
                  </a:lnTo>
                  <a:cubicBezTo>
                    <a:pt x="10500868" y="0"/>
                    <a:pt x="10779760" y="278892"/>
                    <a:pt x="10779760" y="622935"/>
                  </a:cubicBezTo>
                  <a:lnTo>
                    <a:pt x="10779760" y="1744218"/>
                  </a:lnTo>
                  <a:cubicBezTo>
                    <a:pt x="10779760" y="2088261"/>
                    <a:pt x="10500868" y="2367153"/>
                    <a:pt x="10156825" y="2367153"/>
                  </a:cubicBezTo>
                  <a:lnTo>
                    <a:pt x="622935" y="2367153"/>
                  </a:lnTo>
                  <a:cubicBezTo>
                    <a:pt x="278892" y="2367280"/>
                    <a:pt x="0" y="2088388"/>
                    <a:pt x="0" y="1744345"/>
                  </a:cubicBezTo>
                  <a:close/>
                </a:path>
              </a:pathLst>
            </a:custGeom>
            <a:solidFill>
              <a:srgbClr val="FDECEE"/>
            </a:solidFill>
            <a:ln w="38100" cap="sq">
              <a:solidFill>
                <a:srgbClr val="F26B21"/>
              </a:solidFill>
              <a:prstDash val="solid"/>
              <a:miter/>
            </a:ln>
          </p:spPr>
        </p:sp>
      </p:grpSp>
      <p:grpSp>
        <p:nvGrpSpPr>
          <p:cNvPr name="Group 24" id="24"/>
          <p:cNvGrpSpPr/>
          <p:nvPr/>
        </p:nvGrpSpPr>
        <p:grpSpPr>
          <a:xfrm rot="-10800000">
            <a:off x="9124950" y="6253734"/>
            <a:ext cx="495300" cy="403860"/>
            <a:chOff x="0" y="0"/>
            <a:chExt cx="660400" cy="538480"/>
          </a:xfrm>
        </p:grpSpPr>
        <p:sp>
          <p:nvSpPr>
            <p:cNvPr name="Freeform 25" id="25"/>
            <p:cNvSpPr/>
            <p:nvPr/>
          </p:nvSpPr>
          <p:spPr>
            <a:xfrm flipH="false" flipV="false" rot="0">
              <a:off x="0" y="0"/>
              <a:ext cx="660400" cy="538480"/>
            </a:xfrm>
            <a:custGeom>
              <a:avLst/>
              <a:gdLst/>
              <a:ahLst/>
              <a:cxnLst/>
              <a:rect r="r" b="b" t="t" l="l"/>
              <a:pathLst>
                <a:path h="538480" w="660400">
                  <a:moveTo>
                    <a:pt x="0" y="538480"/>
                  </a:moveTo>
                  <a:lnTo>
                    <a:pt x="330200" y="0"/>
                  </a:lnTo>
                  <a:lnTo>
                    <a:pt x="660400" y="538480"/>
                  </a:lnTo>
                  <a:close/>
                </a:path>
              </a:pathLst>
            </a:custGeom>
            <a:solidFill>
              <a:srgbClr val="FDECEE"/>
            </a:solidFill>
            <a:ln w="38100" cap="sq">
              <a:solidFill>
                <a:srgbClr val="F26B21"/>
              </a:solidFill>
              <a:prstDash val="solid"/>
              <a:miter/>
            </a:ln>
          </p:spPr>
        </p:sp>
      </p:grpSp>
      <p:grpSp>
        <p:nvGrpSpPr>
          <p:cNvPr name="Group 26" id="26"/>
          <p:cNvGrpSpPr/>
          <p:nvPr/>
        </p:nvGrpSpPr>
        <p:grpSpPr>
          <a:xfrm rot="0">
            <a:off x="9094727" y="6186935"/>
            <a:ext cx="555755" cy="171707"/>
            <a:chOff x="0" y="0"/>
            <a:chExt cx="741007" cy="228943"/>
          </a:xfrm>
        </p:grpSpPr>
        <p:sp>
          <p:nvSpPr>
            <p:cNvPr name="Freeform 27" id="27"/>
            <p:cNvSpPr/>
            <p:nvPr/>
          </p:nvSpPr>
          <p:spPr>
            <a:xfrm flipH="false" flipV="false" rot="0">
              <a:off x="0" y="0"/>
              <a:ext cx="740918" cy="228854"/>
            </a:xfrm>
            <a:custGeom>
              <a:avLst/>
              <a:gdLst/>
              <a:ahLst/>
              <a:cxnLst/>
              <a:rect r="r" b="b" t="t" l="l"/>
              <a:pathLst>
                <a:path h="228854" w="740918">
                  <a:moveTo>
                    <a:pt x="0" y="38100"/>
                  </a:moveTo>
                  <a:cubicBezTo>
                    <a:pt x="0" y="17145"/>
                    <a:pt x="17145" y="0"/>
                    <a:pt x="38100" y="0"/>
                  </a:cubicBezTo>
                  <a:lnTo>
                    <a:pt x="702818" y="0"/>
                  </a:lnTo>
                  <a:cubicBezTo>
                    <a:pt x="723900" y="0"/>
                    <a:pt x="740918" y="17145"/>
                    <a:pt x="740918" y="38100"/>
                  </a:cubicBezTo>
                  <a:lnTo>
                    <a:pt x="740918" y="190754"/>
                  </a:lnTo>
                  <a:cubicBezTo>
                    <a:pt x="740918" y="211836"/>
                    <a:pt x="723773" y="228854"/>
                    <a:pt x="702818" y="228854"/>
                  </a:cubicBezTo>
                  <a:lnTo>
                    <a:pt x="38100" y="228854"/>
                  </a:lnTo>
                  <a:cubicBezTo>
                    <a:pt x="17018" y="228854"/>
                    <a:pt x="0" y="211709"/>
                    <a:pt x="0" y="190754"/>
                  </a:cubicBezTo>
                  <a:close/>
                </a:path>
              </a:pathLst>
            </a:custGeom>
            <a:solidFill>
              <a:srgbClr val="FDECEE"/>
            </a:solidFill>
            <a:ln w="25400" cap="sq">
              <a:solidFill>
                <a:srgbClr val="FDECEE"/>
              </a:solidFill>
              <a:prstDash val="solid"/>
              <a:miter/>
            </a:ln>
          </p:spPr>
        </p:sp>
      </p:grpSp>
      <p:grpSp>
        <p:nvGrpSpPr>
          <p:cNvPr name="Group 28" id="28"/>
          <p:cNvGrpSpPr/>
          <p:nvPr/>
        </p:nvGrpSpPr>
        <p:grpSpPr>
          <a:xfrm rot="0">
            <a:off x="2651760" y="4718304"/>
            <a:ext cx="7132320" cy="1444752"/>
            <a:chOff x="0" y="0"/>
            <a:chExt cx="9509760" cy="1926336"/>
          </a:xfrm>
        </p:grpSpPr>
        <p:sp>
          <p:nvSpPr>
            <p:cNvPr name="Freeform 29" id="29"/>
            <p:cNvSpPr/>
            <p:nvPr/>
          </p:nvSpPr>
          <p:spPr>
            <a:xfrm flipH="false" flipV="false" rot="0">
              <a:off x="0" y="0"/>
              <a:ext cx="9509760" cy="1926336"/>
            </a:xfrm>
            <a:custGeom>
              <a:avLst/>
              <a:gdLst/>
              <a:ahLst/>
              <a:cxnLst/>
              <a:rect r="r" b="b" t="t" l="l"/>
              <a:pathLst>
                <a:path h="1926336" w="9509760">
                  <a:moveTo>
                    <a:pt x="0" y="0"/>
                  </a:moveTo>
                  <a:lnTo>
                    <a:pt x="9509760" y="0"/>
                  </a:lnTo>
                  <a:lnTo>
                    <a:pt x="9509760" y="1926336"/>
                  </a:lnTo>
                  <a:lnTo>
                    <a:pt x="0" y="1926336"/>
                  </a:lnTo>
                  <a:close/>
                </a:path>
              </a:pathLst>
            </a:custGeom>
            <a:blipFill>
              <a:blip r:embed="rId3">
                <a:alphaModFix amt="0"/>
              </a:blip>
              <a:stretch>
                <a:fillRect l="0" t="-46191" r="0" b="-46191"/>
              </a:stretch>
            </a:blipFill>
          </p:spPr>
        </p:sp>
        <p:sp>
          <p:nvSpPr>
            <p:cNvPr name="TextBox 30" id="30"/>
            <p:cNvSpPr txBox="true"/>
            <p:nvPr/>
          </p:nvSpPr>
          <p:spPr>
            <a:xfrm>
              <a:off x="0" y="-9525"/>
              <a:ext cx="9509760" cy="1935861"/>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원본 에이전트</a:t>
              </a:r>
            </a:p>
            <a:p>
              <a:pPr algn="l">
                <a:lnSpc>
                  <a:spcPts val="3600"/>
                </a:lnSpc>
              </a:pPr>
              <a:r>
                <a:rPr lang="en-US" sz="3000" b="true">
                  <a:solidFill>
                    <a:srgbClr val="1A1A1A"/>
                  </a:solidFill>
                  <a:latin typeface="Noto Sans Bold"/>
                  <a:ea typeface="Noto Sans Bold"/>
                  <a:cs typeface="Noto Sans Bold"/>
                  <a:sym typeface="Noto Sans Bold"/>
                </a:rPr>
                <a:t>"응답 지연 매뉴얼입니다"</a:t>
              </a:r>
            </a:p>
          </p:txBody>
        </p:sp>
      </p:grpSp>
      <p:grpSp>
        <p:nvGrpSpPr>
          <p:cNvPr name="Group 31" id="31"/>
          <p:cNvGrpSpPr/>
          <p:nvPr/>
        </p:nvGrpSpPr>
        <p:grpSpPr>
          <a:xfrm rot="0">
            <a:off x="2194560" y="6620256"/>
            <a:ext cx="8046720" cy="548640"/>
            <a:chOff x="0" y="0"/>
            <a:chExt cx="10728960" cy="731520"/>
          </a:xfrm>
        </p:grpSpPr>
        <p:sp>
          <p:nvSpPr>
            <p:cNvPr name="Freeform 32" id="32"/>
            <p:cNvSpPr/>
            <p:nvPr/>
          </p:nvSpPr>
          <p:spPr>
            <a:xfrm flipH="false" flipV="false" rot="0">
              <a:off x="0" y="0"/>
              <a:ext cx="10728960" cy="731520"/>
            </a:xfrm>
            <a:custGeom>
              <a:avLst/>
              <a:gdLst/>
              <a:ahLst/>
              <a:cxnLst/>
              <a:rect r="r" b="b" t="t" l="l"/>
              <a:pathLst>
                <a:path h="731520" w="10728960">
                  <a:moveTo>
                    <a:pt x="0" y="0"/>
                  </a:moveTo>
                  <a:lnTo>
                    <a:pt x="10728960" y="0"/>
                  </a:lnTo>
                  <a:lnTo>
                    <a:pt x="10728960" y="731520"/>
                  </a:lnTo>
                  <a:lnTo>
                    <a:pt x="0" y="731520"/>
                  </a:lnTo>
                  <a:close/>
                </a:path>
              </a:pathLst>
            </a:custGeom>
            <a:blipFill>
              <a:blip r:embed="rId3">
                <a:alphaModFix amt="0"/>
              </a:blip>
              <a:stretch>
                <a:fillRect l="0" t="-235780" r="0" b="-235780"/>
              </a:stretch>
            </a:blipFill>
          </p:spPr>
        </p:sp>
        <p:sp>
          <p:nvSpPr>
            <p:cNvPr name="TextBox 33" id="33"/>
            <p:cNvSpPr txBox="true"/>
            <p:nvPr/>
          </p:nvSpPr>
          <p:spPr>
            <a:xfrm>
              <a:off x="0" y="0"/>
              <a:ext cx="10728960" cy="731520"/>
            </a:xfrm>
            <a:prstGeom prst="rect">
              <a:avLst/>
            </a:prstGeom>
          </p:spPr>
          <p:txBody>
            <a:bodyPr anchor="ctr" rtlCol="false" tIns="0" lIns="0" bIns="0" rIns="0"/>
            <a:lstStyle/>
            <a:p>
              <a:pPr algn="r">
                <a:lnSpc>
                  <a:spcPts val="2639"/>
                </a:lnSpc>
              </a:pPr>
              <a:r>
                <a:rPr lang="en-US" sz="2199" b="true">
                  <a:solidFill>
                    <a:srgbClr val="F26B21"/>
                  </a:solidFill>
                  <a:latin typeface="Noto Sans Bold"/>
                  <a:ea typeface="Noto Sans Bold"/>
                  <a:cs typeface="Noto Sans Bold"/>
                  <a:sym typeface="Noto Sans Bold"/>
                </a:rPr>
                <a:t>✕ 엉뚱한 매뉴얼</a:t>
              </a:r>
            </a:p>
          </p:txBody>
        </p:sp>
      </p:grpSp>
      <p:grpSp>
        <p:nvGrpSpPr>
          <p:cNvPr name="Group 34" id="34"/>
          <p:cNvGrpSpPr/>
          <p:nvPr/>
        </p:nvGrpSpPr>
        <p:grpSpPr>
          <a:xfrm rot="0">
            <a:off x="11142983" y="2090423"/>
            <a:ext cx="6060443" cy="4780283"/>
            <a:chOff x="0" y="0"/>
            <a:chExt cx="8080591" cy="6373711"/>
          </a:xfrm>
        </p:grpSpPr>
        <p:sp>
          <p:nvSpPr>
            <p:cNvPr name="Freeform 35" id="35"/>
            <p:cNvSpPr/>
            <p:nvPr/>
          </p:nvSpPr>
          <p:spPr>
            <a:xfrm flipH="false" flipV="false" rot="0">
              <a:off x="0" y="0"/>
              <a:ext cx="8080629" cy="6373749"/>
            </a:xfrm>
            <a:custGeom>
              <a:avLst/>
              <a:gdLst/>
              <a:ahLst/>
              <a:cxnLst/>
              <a:rect r="r" b="b" t="t" l="l"/>
              <a:pathLst>
                <a:path h="6373749" w="8080629">
                  <a:moveTo>
                    <a:pt x="0" y="539369"/>
                  </a:moveTo>
                  <a:cubicBezTo>
                    <a:pt x="0" y="241427"/>
                    <a:pt x="241427" y="0"/>
                    <a:pt x="539369" y="0"/>
                  </a:cubicBezTo>
                  <a:lnTo>
                    <a:pt x="7541260" y="0"/>
                  </a:lnTo>
                  <a:cubicBezTo>
                    <a:pt x="7839075" y="0"/>
                    <a:pt x="8080629" y="241427"/>
                    <a:pt x="8080629" y="539369"/>
                  </a:cubicBezTo>
                  <a:lnTo>
                    <a:pt x="8080629" y="5834380"/>
                  </a:lnTo>
                  <a:cubicBezTo>
                    <a:pt x="8080629" y="6132195"/>
                    <a:pt x="7839202" y="6373749"/>
                    <a:pt x="7541260" y="6373749"/>
                  </a:cubicBezTo>
                  <a:lnTo>
                    <a:pt x="539369" y="6373749"/>
                  </a:lnTo>
                  <a:cubicBezTo>
                    <a:pt x="241427" y="6373749"/>
                    <a:pt x="0" y="6132195"/>
                    <a:pt x="0" y="5834380"/>
                  </a:cubicBezTo>
                  <a:close/>
                </a:path>
              </a:pathLst>
            </a:custGeom>
            <a:solidFill>
              <a:srgbClr val="F4F4F5"/>
            </a:solidFill>
            <a:ln w="25400" cap="sq">
              <a:solidFill>
                <a:srgbClr val="F4F4F5"/>
              </a:solidFill>
              <a:prstDash val="solid"/>
              <a:miter/>
            </a:ln>
          </p:spPr>
        </p:sp>
      </p:grpSp>
      <p:grpSp>
        <p:nvGrpSpPr>
          <p:cNvPr name="Group 36" id="36"/>
          <p:cNvGrpSpPr/>
          <p:nvPr/>
        </p:nvGrpSpPr>
        <p:grpSpPr>
          <a:xfrm rot="0">
            <a:off x="11612880" y="2468880"/>
            <a:ext cx="5303520" cy="548640"/>
            <a:chOff x="0" y="0"/>
            <a:chExt cx="7071360" cy="731520"/>
          </a:xfrm>
        </p:grpSpPr>
        <p:sp>
          <p:nvSpPr>
            <p:cNvPr name="Freeform 37" id="37"/>
            <p:cNvSpPr/>
            <p:nvPr/>
          </p:nvSpPr>
          <p:spPr>
            <a:xfrm flipH="false" flipV="false" rot="0">
              <a:off x="0" y="0"/>
              <a:ext cx="7071360" cy="731520"/>
            </a:xfrm>
            <a:custGeom>
              <a:avLst/>
              <a:gdLst/>
              <a:ahLst/>
              <a:cxnLst/>
              <a:rect r="r" b="b" t="t" l="l"/>
              <a:pathLst>
                <a:path h="731520" w="7071360">
                  <a:moveTo>
                    <a:pt x="0" y="0"/>
                  </a:moveTo>
                  <a:lnTo>
                    <a:pt x="7071360" y="0"/>
                  </a:lnTo>
                  <a:lnTo>
                    <a:pt x="7071360" y="731520"/>
                  </a:lnTo>
                  <a:lnTo>
                    <a:pt x="0" y="731520"/>
                  </a:lnTo>
                  <a:close/>
                </a:path>
              </a:pathLst>
            </a:custGeom>
            <a:blipFill>
              <a:blip r:embed="rId3">
                <a:alphaModFix amt="0"/>
              </a:blip>
              <a:stretch>
                <a:fillRect l="0" t="-138355" r="0" b="-138355"/>
              </a:stretch>
            </a:blipFill>
          </p:spPr>
        </p:sp>
        <p:sp>
          <p:nvSpPr>
            <p:cNvPr name="TextBox 38" id="38"/>
            <p:cNvSpPr txBox="true"/>
            <p:nvPr/>
          </p:nvSpPr>
          <p:spPr>
            <a:xfrm>
              <a:off x="0" y="-9525"/>
              <a:ext cx="7071360" cy="741045"/>
            </a:xfrm>
            <a:prstGeom prst="rect">
              <a:avLst/>
            </a:prstGeom>
          </p:spPr>
          <p:txBody>
            <a:bodyPr anchor="ctr" rtlCol="false" tIns="0" lIns="0" bIns="0" rIns="0"/>
            <a:lstStyle/>
            <a:p>
              <a:pPr algn="l">
                <a:lnSpc>
                  <a:spcPts val="3120"/>
                </a:lnSpc>
              </a:pPr>
              <a:r>
                <a:rPr lang="en-US" sz="2600">
                  <a:solidFill>
                    <a:srgbClr val="6B7280"/>
                  </a:solidFill>
                  <a:latin typeface="Noto Sans"/>
                  <a:ea typeface="Noto Sans"/>
                  <a:cs typeface="Noto Sans"/>
                  <a:sym typeface="Noto Sans"/>
                </a:rPr>
                <a:t>맞는 매뉴얼을</a:t>
              </a:r>
            </a:p>
          </p:txBody>
        </p:sp>
      </p:grpSp>
      <p:grpSp>
        <p:nvGrpSpPr>
          <p:cNvPr name="Group 39" id="39"/>
          <p:cNvGrpSpPr/>
          <p:nvPr/>
        </p:nvGrpSpPr>
        <p:grpSpPr>
          <a:xfrm rot="0">
            <a:off x="11612880" y="3108960"/>
            <a:ext cx="5303520" cy="2377440"/>
            <a:chOff x="0" y="0"/>
            <a:chExt cx="7071360" cy="3169920"/>
          </a:xfrm>
        </p:grpSpPr>
        <p:sp>
          <p:nvSpPr>
            <p:cNvPr name="Freeform 40" id="40"/>
            <p:cNvSpPr/>
            <p:nvPr/>
          </p:nvSpPr>
          <p:spPr>
            <a:xfrm flipH="false" flipV="false" rot="0">
              <a:off x="0" y="0"/>
              <a:ext cx="7071360" cy="3169920"/>
            </a:xfrm>
            <a:custGeom>
              <a:avLst/>
              <a:gdLst/>
              <a:ahLst/>
              <a:cxnLst/>
              <a:rect r="r" b="b" t="t" l="l"/>
              <a:pathLst>
                <a:path h="3169920" w="7071360">
                  <a:moveTo>
                    <a:pt x="0" y="0"/>
                  </a:moveTo>
                  <a:lnTo>
                    <a:pt x="7071360" y="0"/>
                  </a:lnTo>
                  <a:lnTo>
                    <a:pt x="7071360" y="3169920"/>
                  </a:lnTo>
                  <a:lnTo>
                    <a:pt x="0" y="3169920"/>
                  </a:lnTo>
                  <a:close/>
                </a:path>
              </a:pathLst>
            </a:custGeom>
            <a:blipFill>
              <a:blip r:embed="rId3">
                <a:alphaModFix amt="0"/>
              </a:blip>
              <a:stretch>
                <a:fillRect l="-7515" t="0" r="-7515" b="0"/>
              </a:stretch>
            </a:blipFill>
          </p:spPr>
        </p:sp>
        <p:sp>
          <p:nvSpPr>
            <p:cNvPr name="TextBox 41" id="41"/>
            <p:cNvSpPr txBox="true"/>
            <p:nvPr/>
          </p:nvSpPr>
          <p:spPr>
            <a:xfrm>
              <a:off x="0" y="0"/>
              <a:ext cx="7071360" cy="3169920"/>
            </a:xfrm>
            <a:prstGeom prst="rect">
              <a:avLst/>
            </a:prstGeom>
          </p:spPr>
          <p:txBody>
            <a:bodyPr anchor="ctr" rtlCol="false" tIns="0" lIns="0" bIns="0" rIns="0"/>
            <a:lstStyle/>
            <a:p>
              <a:pPr algn="l">
                <a:lnSpc>
                  <a:spcPts val="17280"/>
                </a:lnSpc>
              </a:pPr>
              <a:r>
                <a:rPr lang="en-US" sz="14400" b="true">
                  <a:solidFill>
                    <a:srgbClr val="C8102E"/>
                  </a:solidFill>
                  <a:latin typeface="Noto Sans Bold"/>
                  <a:ea typeface="Noto Sans Bold"/>
                  <a:cs typeface="Noto Sans Bold"/>
                  <a:sym typeface="Noto Sans Bold"/>
                </a:rPr>
                <a:t>56%</a:t>
              </a:r>
            </a:p>
          </p:txBody>
        </p:sp>
      </p:grpSp>
      <p:grpSp>
        <p:nvGrpSpPr>
          <p:cNvPr name="Group 42" id="42"/>
          <p:cNvGrpSpPr/>
          <p:nvPr/>
        </p:nvGrpSpPr>
        <p:grpSpPr>
          <a:xfrm rot="0">
            <a:off x="11612880" y="5669280"/>
            <a:ext cx="5303520" cy="640080"/>
            <a:chOff x="0" y="0"/>
            <a:chExt cx="7071360" cy="853440"/>
          </a:xfrm>
        </p:grpSpPr>
        <p:sp>
          <p:nvSpPr>
            <p:cNvPr name="Freeform 43" id="43"/>
            <p:cNvSpPr/>
            <p:nvPr/>
          </p:nvSpPr>
          <p:spPr>
            <a:xfrm flipH="false" flipV="false" rot="0">
              <a:off x="0" y="0"/>
              <a:ext cx="7071360" cy="853440"/>
            </a:xfrm>
            <a:custGeom>
              <a:avLst/>
              <a:gdLst/>
              <a:ahLst/>
              <a:cxnLst/>
              <a:rect r="r" b="b" t="t" l="l"/>
              <a:pathLst>
                <a:path h="853440" w="7071360">
                  <a:moveTo>
                    <a:pt x="0" y="0"/>
                  </a:moveTo>
                  <a:lnTo>
                    <a:pt x="7071360" y="0"/>
                  </a:lnTo>
                  <a:lnTo>
                    <a:pt x="7071360" y="853440"/>
                  </a:lnTo>
                  <a:lnTo>
                    <a:pt x="0" y="853440"/>
                  </a:lnTo>
                  <a:close/>
                </a:path>
              </a:pathLst>
            </a:custGeom>
            <a:blipFill>
              <a:blip r:embed="rId3">
                <a:alphaModFix amt="0"/>
              </a:blip>
              <a:stretch>
                <a:fillRect l="0" t="-111447" r="0" b="-111447"/>
              </a:stretch>
            </a:blipFill>
          </p:spPr>
        </p:sp>
        <p:sp>
          <p:nvSpPr>
            <p:cNvPr name="TextBox 44" id="44"/>
            <p:cNvSpPr txBox="true"/>
            <p:nvPr/>
          </p:nvSpPr>
          <p:spPr>
            <a:xfrm>
              <a:off x="0" y="0"/>
              <a:ext cx="7071360" cy="853440"/>
            </a:xfrm>
            <a:prstGeom prst="rect">
              <a:avLst/>
            </a:prstGeom>
          </p:spPr>
          <p:txBody>
            <a:bodyPr anchor="ctr" rtlCol="false" tIns="0" lIns="0" bIns="0" rIns="0"/>
            <a:lstStyle/>
            <a:p>
              <a:pPr algn="l">
                <a:lnSpc>
                  <a:spcPts val="3600"/>
                </a:lnSpc>
              </a:pPr>
              <a:r>
                <a:rPr lang="en-US" sz="3000" b="true">
                  <a:solidFill>
                    <a:srgbClr val="1A1A1A"/>
                  </a:solidFill>
                  <a:latin typeface="Noto Sans Bold"/>
                  <a:ea typeface="Noto Sans Bold"/>
                  <a:cs typeface="Noto Sans Bold"/>
                  <a:sym typeface="Noto Sans Bold"/>
                </a:rPr>
                <a:t>놓쳤어요</a:t>
              </a:r>
            </a:p>
          </p:txBody>
        </p:sp>
      </p:grpSp>
      <p:grpSp>
        <p:nvGrpSpPr>
          <p:cNvPr name="Group 45" id="45"/>
          <p:cNvGrpSpPr/>
          <p:nvPr/>
        </p:nvGrpSpPr>
        <p:grpSpPr>
          <a:xfrm rot="-90000">
            <a:off x="10783567" y="7455151"/>
            <a:ext cx="6596377" cy="1750057"/>
            <a:chOff x="0" y="0"/>
            <a:chExt cx="8795169" cy="2333409"/>
          </a:xfrm>
        </p:grpSpPr>
        <p:sp>
          <p:nvSpPr>
            <p:cNvPr name="Freeform 46" id="46"/>
            <p:cNvSpPr/>
            <p:nvPr/>
          </p:nvSpPr>
          <p:spPr>
            <a:xfrm flipH="false" flipV="false" rot="0">
              <a:off x="0" y="0"/>
              <a:ext cx="8795131" cy="2333371"/>
            </a:xfrm>
            <a:custGeom>
              <a:avLst/>
              <a:gdLst/>
              <a:ahLst/>
              <a:cxnLst/>
              <a:rect r="r" b="b" t="t" l="l"/>
              <a:pathLst>
                <a:path h="2333371" w="8795131">
                  <a:moveTo>
                    <a:pt x="0" y="0"/>
                  </a:moveTo>
                  <a:lnTo>
                    <a:pt x="8795131" y="0"/>
                  </a:lnTo>
                  <a:lnTo>
                    <a:pt x="8795131" y="2333371"/>
                  </a:lnTo>
                  <a:lnTo>
                    <a:pt x="0" y="2333371"/>
                  </a:lnTo>
                  <a:close/>
                </a:path>
              </a:pathLst>
            </a:custGeom>
            <a:solidFill>
              <a:srgbClr val="FFF1D6"/>
            </a:solidFill>
            <a:ln w="12700" cap="sq">
              <a:solidFill>
                <a:srgbClr val="E8D3A8"/>
              </a:solidFill>
              <a:prstDash val="solid"/>
              <a:miter/>
            </a:ln>
          </p:spPr>
        </p:sp>
      </p:grpSp>
      <p:grpSp>
        <p:nvGrpSpPr>
          <p:cNvPr name="Group 47" id="47"/>
          <p:cNvGrpSpPr/>
          <p:nvPr/>
        </p:nvGrpSpPr>
        <p:grpSpPr>
          <a:xfrm rot="-90000">
            <a:off x="11064240" y="7607808"/>
            <a:ext cx="6035040" cy="1444752"/>
            <a:chOff x="0" y="0"/>
            <a:chExt cx="8046720" cy="1926336"/>
          </a:xfrm>
        </p:grpSpPr>
        <p:sp>
          <p:nvSpPr>
            <p:cNvPr name="Freeform 48" id="48"/>
            <p:cNvSpPr/>
            <p:nvPr/>
          </p:nvSpPr>
          <p:spPr>
            <a:xfrm flipH="false" flipV="false" rot="0">
              <a:off x="0" y="0"/>
              <a:ext cx="8046720" cy="1926336"/>
            </a:xfrm>
            <a:custGeom>
              <a:avLst/>
              <a:gdLst/>
              <a:ahLst/>
              <a:cxnLst/>
              <a:rect r="r" b="b" t="t" l="l"/>
              <a:pathLst>
                <a:path h="1926336" w="8046720">
                  <a:moveTo>
                    <a:pt x="0" y="0"/>
                  </a:moveTo>
                  <a:lnTo>
                    <a:pt x="8046720" y="0"/>
                  </a:lnTo>
                  <a:lnTo>
                    <a:pt x="8046720" y="1926336"/>
                  </a:lnTo>
                  <a:lnTo>
                    <a:pt x="0" y="1926336"/>
                  </a:lnTo>
                  <a:close/>
                </a:path>
              </a:pathLst>
            </a:custGeom>
            <a:blipFill>
              <a:blip r:embed="rId3">
                <a:alphaModFix amt="0"/>
              </a:blip>
              <a:stretch>
                <a:fillRect l="0" t="-31393" r="0" b="-31393"/>
              </a:stretch>
            </a:blipFill>
          </p:spPr>
        </p:sp>
        <p:sp>
          <p:nvSpPr>
            <p:cNvPr name="TextBox 49" id="49"/>
            <p:cNvSpPr txBox="true"/>
            <p:nvPr/>
          </p:nvSpPr>
          <p:spPr>
            <a:xfrm>
              <a:off x="0" y="0"/>
              <a:ext cx="8046720" cy="19263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이유: 경고 문구로 골라요</a:t>
              </a:r>
            </a:p>
            <a:p>
              <a:pPr algn="l">
                <a:lnSpc>
                  <a:spcPts val="2400"/>
                </a:lnSpc>
              </a:pPr>
              <a:r>
                <a:rPr lang="en-US" sz="2000">
                  <a:solidFill>
                    <a:srgbClr val="6B7280"/>
                  </a:solidFill>
                  <a:latin typeface="Noto Sans"/>
                  <a:ea typeface="Noto Sans"/>
                  <a:cs typeface="Noto Sans"/>
                  <a:sym typeface="Noto Sans"/>
                </a:rPr>
                <a:t>질문이 아니라 모니터링 경고의 단어로 매뉴얼 선택</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14400"/>
            <a:chOff x="0" y="0"/>
            <a:chExt cx="18288000" cy="1219200"/>
          </a:xfrm>
        </p:grpSpPr>
        <p:sp>
          <p:nvSpPr>
            <p:cNvPr name="Freeform 5" id="5"/>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6" id="6"/>
            <p:cNvSpPr txBox="true"/>
            <p:nvPr/>
          </p:nvSpPr>
          <p:spPr>
            <a:xfrm>
              <a:off x="0" y="9525"/>
              <a:ext cx="18288000" cy="1209675"/>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제가 바꾼 건 5곳이에요</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3</a:t>
              </a:r>
            </a:p>
          </p:txBody>
        </p:sp>
      </p:grpSp>
      <p:grpSp>
        <p:nvGrpSpPr>
          <p:cNvPr name="Group 13" id="13"/>
          <p:cNvGrpSpPr/>
          <p:nvPr/>
        </p:nvGrpSpPr>
        <p:grpSpPr>
          <a:xfrm rot="0">
            <a:off x="1084583" y="1907543"/>
            <a:ext cx="5054603" cy="976379"/>
            <a:chOff x="0" y="0"/>
            <a:chExt cx="6739471" cy="1301839"/>
          </a:xfrm>
        </p:grpSpPr>
        <p:sp>
          <p:nvSpPr>
            <p:cNvPr name="Freeform 14" id="14"/>
            <p:cNvSpPr/>
            <p:nvPr/>
          </p:nvSpPr>
          <p:spPr>
            <a:xfrm flipH="false" flipV="false" rot="0">
              <a:off x="0" y="0"/>
              <a:ext cx="6739382" cy="1301750"/>
            </a:xfrm>
            <a:custGeom>
              <a:avLst/>
              <a:gdLst/>
              <a:ahLst/>
              <a:cxnLst/>
              <a:rect r="r" b="b" t="t" l="l"/>
              <a:pathLst>
                <a:path h="1301750" w="6739382">
                  <a:moveTo>
                    <a:pt x="0" y="650875"/>
                  </a:moveTo>
                  <a:cubicBezTo>
                    <a:pt x="0" y="291465"/>
                    <a:pt x="291465" y="0"/>
                    <a:pt x="650875" y="0"/>
                  </a:cubicBezTo>
                  <a:lnTo>
                    <a:pt x="6088507" y="0"/>
                  </a:lnTo>
                  <a:cubicBezTo>
                    <a:pt x="6448044" y="0"/>
                    <a:pt x="6739382" y="291465"/>
                    <a:pt x="6739382" y="650875"/>
                  </a:cubicBezTo>
                  <a:cubicBezTo>
                    <a:pt x="6739382" y="1010285"/>
                    <a:pt x="6447917" y="1301750"/>
                    <a:pt x="6088507" y="1301750"/>
                  </a:cubicBezTo>
                  <a:lnTo>
                    <a:pt x="650875" y="1301750"/>
                  </a:lnTo>
                  <a:cubicBezTo>
                    <a:pt x="291465" y="1301877"/>
                    <a:pt x="0" y="1010412"/>
                    <a:pt x="0" y="650875"/>
                  </a:cubicBezTo>
                  <a:close/>
                </a:path>
              </a:pathLst>
            </a:custGeom>
            <a:solidFill>
              <a:srgbClr val="F4F4F5"/>
            </a:solidFill>
            <a:ln w="25400" cap="sq">
              <a:solidFill>
                <a:srgbClr val="F4F4F5"/>
              </a:solidFill>
              <a:prstDash val="solid"/>
              <a:miter/>
            </a:ln>
          </p:spPr>
        </p:sp>
      </p:grpSp>
      <p:grpSp>
        <p:nvGrpSpPr>
          <p:cNvPr name="Group 15" id="15"/>
          <p:cNvGrpSpPr/>
          <p:nvPr/>
        </p:nvGrpSpPr>
        <p:grpSpPr>
          <a:xfrm rot="0">
            <a:off x="1499616" y="1920240"/>
            <a:ext cx="4572000" cy="950976"/>
            <a:chOff x="0" y="0"/>
            <a:chExt cx="6096000" cy="1267968"/>
          </a:xfrm>
        </p:grpSpPr>
        <p:sp>
          <p:nvSpPr>
            <p:cNvPr name="Freeform 16" id="16"/>
            <p:cNvSpPr/>
            <p:nvPr/>
          </p:nvSpPr>
          <p:spPr>
            <a:xfrm flipH="false" flipV="false" rot="0">
              <a:off x="0" y="0"/>
              <a:ext cx="6096000" cy="1267968"/>
            </a:xfrm>
            <a:custGeom>
              <a:avLst/>
              <a:gdLst/>
              <a:ahLst/>
              <a:cxnLst/>
              <a:rect r="r" b="b" t="t" l="l"/>
              <a:pathLst>
                <a:path h="1267968" w="6096000">
                  <a:moveTo>
                    <a:pt x="0" y="0"/>
                  </a:moveTo>
                  <a:lnTo>
                    <a:pt x="6096000" y="0"/>
                  </a:lnTo>
                  <a:lnTo>
                    <a:pt x="6096000" y="1267968"/>
                  </a:lnTo>
                  <a:lnTo>
                    <a:pt x="0" y="1267968"/>
                  </a:lnTo>
                  <a:close/>
                </a:path>
              </a:pathLst>
            </a:custGeom>
            <a:blipFill>
              <a:blip r:embed="rId3">
                <a:alphaModFix amt="0"/>
              </a:blip>
              <a:stretch>
                <a:fillRect l="0" t="-43678" r="0" b="-43678"/>
              </a:stretch>
            </a:blipFill>
          </p:spPr>
        </p:sp>
        <p:sp>
          <p:nvSpPr>
            <p:cNvPr name="TextBox 17" id="17"/>
            <p:cNvSpPr txBox="true"/>
            <p:nvPr/>
          </p:nvSpPr>
          <p:spPr>
            <a:xfrm>
              <a:off x="0" y="9525"/>
              <a:ext cx="6096000" cy="1258443"/>
            </a:xfrm>
            <a:prstGeom prst="rect">
              <a:avLst/>
            </a:prstGeom>
          </p:spPr>
          <p:txBody>
            <a:bodyPr anchor="ctr" rtlCol="false" tIns="0" lIns="0" bIns="0" rIns="0"/>
            <a:lstStyle/>
            <a:p>
              <a:pPr algn="l">
                <a:lnSpc>
                  <a:spcPts val="2879"/>
                </a:lnSpc>
              </a:pPr>
              <a:r>
                <a:rPr lang="en-US" sz="2400" b="true">
                  <a:solidFill>
                    <a:srgbClr val="C8102E"/>
                  </a:solidFill>
                  <a:latin typeface="Noto Sans Bold"/>
                  <a:ea typeface="Noto Sans Bold"/>
                  <a:cs typeface="Noto Sans Bold"/>
                  <a:sym typeface="Noto Sans Bold"/>
                </a:rPr>
                <a:t>1  </a:t>
              </a:r>
              <a:r>
                <a:rPr lang="en-US" sz="2400" b="true">
                  <a:solidFill>
                    <a:srgbClr val="1A1A1A"/>
                  </a:solidFill>
                  <a:latin typeface="Noto Sans Bold"/>
                  <a:ea typeface="Noto Sans Bold"/>
                  <a:cs typeface="Noto Sans Bold"/>
                  <a:sym typeface="Noto Sans Bold"/>
                </a:rPr>
                <a:t>route</a:t>
              </a:r>
              <a:r>
                <a:rPr lang="en-US" sz="2400">
                  <a:solidFill>
                    <a:srgbClr val="6B7280"/>
                  </a:solidFill>
                  <a:latin typeface="Noto Sans"/>
                  <a:ea typeface="Noto Sans"/>
                  <a:cs typeface="Noto Sans"/>
                  <a:sym typeface="Noto Sans"/>
                </a:rPr>
                <a:t>  질문 분류</a:t>
              </a:r>
            </a:p>
          </p:txBody>
        </p:sp>
      </p:grpSp>
      <p:sp>
        <p:nvSpPr>
          <p:cNvPr name="AutoShape 18" id="18"/>
          <p:cNvSpPr/>
          <p:nvPr/>
        </p:nvSpPr>
        <p:spPr>
          <a:xfrm rot="5005680">
            <a:off x="1662351" y="3007995"/>
            <a:ext cx="332899" cy="0"/>
          </a:xfrm>
          <a:prstGeom prst="line">
            <a:avLst/>
          </a:prstGeom>
          <a:ln cap="rnd" w="19050">
            <a:solidFill>
              <a:srgbClr val="D1D5DB"/>
            </a:solidFill>
            <a:prstDash val="solid"/>
            <a:headEnd type="none" len="sm" w="sm"/>
            <a:tailEnd type="none" len="sm" w="sm"/>
          </a:ln>
        </p:spPr>
      </p:sp>
      <p:grpSp>
        <p:nvGrpSpPr>
          <p:cNvPr name="Group 19" id="19"/>
          <p:cNvGrpSpPr/>
          <p:nvPr/>
        </p:nvGrpSpPr>
        <p:grpSpPr>
          <a:xfrm rot="0">
            <a:off x="1084583" y="3151127"/>
            <a:ext cx="5054603" cy="976379"/>
            <a:chOff x="0" y="0"/>
            <a:chExt cx="6739471" cy="1301839"/>
          </a:xfrm>
        </p:grpSpPr>
        <p:sp>
          <p:nvSpPr>
            <p:cNvPr name="Freeform 20" id="20"/>
            <p:cNvSpPr/>
            <p:nvPr/>
          </p:nvSpPr>
          <p:spPr>
            <a:xfrm flipH="false" flipV="false" rot="0">
              <a:off x="0" y="0"/>
              <a:ext cx="6739382" cy="1301750"/>
            </a:xfrm>
            <a:custGeom>
              <a:avLst/>
              <a:gdLst/>
              <a:ahLst/>
              <a:cxnLst/>
              <a:rect r="r" b="b" t="t" l="l"/>
              <a:pathLst>
                <a:path h="1301750" w="6739382">
                  <a:moveTo>
                    <a:pt x="0" y="650875"/>
                  </a:moveTo>
                  <a:cubicBezTo>
                    <a:pt x="0" y="291465"/>
                    <a:pt x="291465" y="0"/>
                    <a:pt x="650875" y="0"/>
                  </a:cubicBezTo>
                  <a:lnTo>
                    <a:pt x="6088507" y="0"/>
                  </a:lnTo>
                  <a:cubicBezTo>
                    <a:pt x="6448044" y="0"/>
                    <a:pt x="6739382" y="291465"/>
                    <a:pt x="6739382" y="650875"/>
                  </a:cubicBezTo>
                  <a:cubicBezTo>
                    <a:pt x="6739382" y="1010285"/>
                    <a:pt x="6447917" y="1301750"/>
                    <a:pt x="6088507" y="1301750"/>
                  </a:cubicBezTo>
                  <a:lnTo>
                    <a:pt x="650875" y="1301750"/>
                  </a:lnTo>
                  <a:cubicBezTo>
                    <a:pt x="291465" y="1301877"/>
                    <a:pt x="0" y="1010412"/>
                    <a:pt x="0" y="650875"/>
                  </a:cubicBezTo>
                  <a:close/>
                </a:path>
              </a:pathLst>
            </a:custGeom>
            <a:solidFill>
              <a:srgbClr val="F4F4F5"/>
            </a:solidFill>
            <a:ln w="25400" cap="sq">
              <a:solidFill>
                <a:srgbClr val="F4F4F5"/>
              </a:solidFill>
              <a:prstDash val="solid"/>
              <a:miter/>
            </a:ln>
          </p:spPr>
        </p:sp>
      </p:grpSp>
      <p:grpSp>
        <p:nvGrpSpPr>
          <p:cNvPr name="Group 21" id="21"/>
          <p:cNvGrpSpPr/>
          <p:nvPr/>
        </p:nvGrpSpPr>
        <p:grpSpPr>
          <a:xfrm rot="0">
            <a:off x="1499616" y="3163824"/>
            <a:ext cx="4572000" cy="950976"/>
            <a:chOff x="0" y="0"/>
            <a:chExt cx="6096000" cy="1267968"/>
          </a:xfrm>
        </p:grpSpPr>
        <p:sp>
          <p:nvSpPr>
            <p:cNvPr name="Freeform 22" id="22"/>
            <p:cNvSpPr/>
            <p:nvPr/>
          </p:nvSpPr>
          <p:spPr>
            <a:xfrm flipH="false" flipV="false" rot="0">
              <a:off x="0" y="0"/>
              <a:ext cx="6096000" cy="1267968"/>
            </a:xfrm>
            <a:custGeom>
              <a:avLst/>
              <a:gdLst/>
              <a:ahLst/>
              <a:cxnLst/>
              <a:rect r="r" b="b" t="t" l="l"/>
              <a:pathLst>
                <a:path h="1267968" w="6096000">
                  <a:moveTo>
                    <a:pt x="0" y="0"/>
                  </a:moveTo>
                  <a:lnTo>
                    <a:pt x="6096000" y="0"/>
                  </a:lnTo>
                  <a:lnTo>
                    <a:pt x="6096000" y="1267968"/>
                  </a:lnTo>
                  <a:lnTo>
                    <a:pt x="0" y="1267968"/>
                  </a:lnTo>
                  <a:close/>
                </a:path>
              </a:pathLst>
            </a:custGeom>
            <a:blipFill>
              <a:blip r:embed="rId3">
                <a:alphaModFix amt="0"/>
              </a:blip>
              <a:stretch>
                <a:fillRect l="0" t="-43678" r="0" b="-43678"/>
              </a:stretch>
            </a:blipFill>
          </p:spPr>
        </p:sp>
        <p:sp>
          <p:nvSpPr>
            <p:cNvPr name="TextBox 23" id="23"/>
            <p:cNvSpPr txBox="true"/>
            <p:nvPr/>
          </p:nvSpPr>
          <p:spPr>
            <a:xfrm>
              <a:off x="0" y="9525"/>
              <a:ext cx="6096000" cy="1258443"/>
            </a:xfrm>
            <a:prstGeom prst="rect">
              <a:avLst/>
            </a:prstGeom>
          </p:spPr>
          <p:txBody>
            <a:bodyPr anchor="ctr" rtlCol="false" tIns="0" lIns="0" bIns="0" rIns="0"/>
            <a:lstStyle/>
            <a:p>
              <a:pPr algn="l">
                <a:lnSpc>
                  <a:spcPts val="2879"/>
                </a:lnSpc>
              </a:pPr>
              <a:r>
                <a:rPr lang="en-US" sz="2400" b="true">
                  <a:solidFill>
                    <a:srgbClr val="C8102E"/>
                  </a:solidFill>
                  <a:latin typeface="Noto Sans Bold"/>
                  <a:ea typeface="Noto Sans Bold"/>
                  <a:cs typeface="Noto Sans Bold"/>
                  <a:sym typeface="Noto Sans Bold"/>
                </a:rPr>
                <a:t>2  </a:t>
              </a:r>
              <a:r>
                <a:rPr lang="en-US" sz="2400" b="true">
                  <a:solidFill>
                    <a:srgbClr val="1A1A1A"/>
                  </a:solidFill>
                  <a:latin typeface="Noto Sans Bold"/>
                  <a:ea typeface="Noto Sans Bold"/>
                  <a:cs typeface="Noto Sans Bold"/>
                  <a:sym typeface="Noto Sans Bold"/>
                </a:rPr>
                <a:t>plan</a:t>
              </a:r>
              <a:r>
                <a:rPr lang="en-US" sz="2400">
                  <a:solidFill>
                    <a:srgbClr val="6B7280"/>
                  </a:solidFill>
                  <a:latin typeface="Noto Sans"/>
                  <a:ea typeface="Noto Sans"/>
                  <a:cs typeface="Noto Sans"/>
                  <a:sym typeface="Noto Sans"/>
                </a:rPr>
                <a:t>  계획</a:t>
              </a:r>
            </a:p>
          </p:txBody>
        </p:sp>
      </p:grpSp>
      <p:sp>
        <p:nvSpPr>
          <p:cNvPr name="AutoShape 24" id="24"/>
          <p:cNvSpPr/>
          <p:nvPr/>
        </p:nvSpPr>
        <p:spPr>
          <a:xfrm rot="5005680">
            <a:off x="1662351" y="4251579"/>
            <a:ext cx="332899" cy="0"/>
          </a:xfrm>
          <a:prstGeom prst="line">
            <a:avLst/>
          </a:prstGeom>
          <a:ln cap="rnd" w="19050">
            <a:solidFill>
              <a:srgbClr val="D1D5DB"/>
            </a:solidFill>
            <a:prstDash val="solid"/>
            <a:headEnd type="none" len="sm" w="sm"/>
            <a:tailEnd type="none" len="sm" w="sm"/>
          </a:ln>
        </p:spPr>
      </p:sp>
      <p:grpSp>
        <p:nvGrpSpPr>
          <p:cNvPr name="Group 25" id="25"/>
          <p:cNvGrpSpPr/>
          <p:nvPr/>
        </p:nvGrpSpPr>
        <p:grpSpPr>
          <a:xfrm rot="0">
            <a:off x="1084583" y="4394711"/>
            <a:ext cx="5054603" cy="976379"/>
            <a:chOff x="0" y="0"/>
            <a:chExt cx="6739471" cy="1301839"/>
          </a:xfrm>
        </p:grpSpPr>
        <p:sp>
          <p:nvSpPr>
            <p:cNvPr name="Freeform 26" id="26"/>
            <p:cNvSpPr/>
            <p:nvPr/>
          </p:nvSpPr>
          <p:spPr>
            <a:xfrm flipH="false" flipV="false" rot="0">
              <a:off x="0" y="0"/>
              <a:ext cx="6739382" cy="1301750"/>
            </a:xfrm>
            <a:custGeom>
              <a:avLst/>
              <a:gdLst/>
              <a:ahLst/>
              <a:cxnLst/>
              <a:rect r="r" b="b" t="t" l="l"/>
              <a:pathLst>
                <a:path h="1301750" w="6739382">
                  <a:moveTo>
                    <a:pt x="0" y="650875"/>
                  </a:moveTo>
                  <a:cubicBezTo>
                    <a:pt x="0" y="291465"/>
                    <a:pt x="291465" y="0"/>
                    <a:pt x="650875" y="0"/>
                  </a:cubicBezTo>
                  <a:lnTo>
                    <a:pt x="6088507" y="0"/>
                  </a:lnTo>
                  <a:cubicBezTo>
                    <a:pt x="6448044" y="0"/>
                    <a:pt x="6739382" y="291465"/>
                    <a:pt x="6739382" y="650875"/>
                  </a:cubicBezTo>
                  <a:cubicBezTo>
                    <a:pt x="6739382" y="1010285"/>
                    <a:pt x="6447917" y="1301750"/>
                    <a:pt x="6088507" y="1301750"/>
                  </a:cubicBezTo>
                  <a:lnTo>
                    <a:pt x="650875" y="1301750"/>
                  </a:lnTo>
                  <a:cubicBezTo>
                    <a:pt x="291465" y="1301877"/>
                    <a:pt x="0" y="1010412"/>
                    <a:pt x="0" y="650875"/>
                  </a:cubicBezTo>
                  <a:close/>
                </a:path>
              </a:pathLst>
            </a:custGeom>
            <a:solidFill>
              <a:srgbClr val="F4F4F5"/>
            </a:solidFill>
            <a:ln w="25400" cap="sq">
              <a:solidFill>
                <a:srgbClr val="F4F4F5"/>
              </a:solidFill>
              <a:prstDash val="solid"/>
              <a:miter/>
            </a:ln>
          </p:spPr>
        </p:sp>
      </p:grpSp>
      <p:grpSp>
        <p:nvGrpSpPr>
          <p:cNvPr name="Group 27" id="27"/>
          <p:cNvGrpSpPr/>
          <p:nvPr/>
        </p:nvGrpSpPr>
        <p:grpSpPr>
          <a:xfrm rot="0">
            <a:off x="1499616" y="4407408"/>
            <a:ext cx="4572000" cy="950976"/>
            <a:chOff x="0" y="0"/>
            <a:chExt cx="6096000" cy="1267968"/>
          </a:xfrm>
        </p:grpSpPr>
        <p:sp>
          <p:nvSpPr>
            <p:cNvPr name="Freeform 28" id="28"/>
            <p:cNvSpPr/>
            <p:nvPr/>
          </p:nvSpPr>
          <p:spPr>
            <a:xfrm flipH="false" flipV="false" rot="0">
              <a:off x="0" y="0"/>
              <a:ext cx="6096000" cy="1267968"/>
            </a:xfrm>
            <a:custGeom>
              <a:avLst/>
              <a:gdLst/>
              <a:ahLst/>
              <a:cxnLst/>
              <a:rect r="r" b="b" t="t" l="l"/>
              <a:pathLst>
                <a:path h="1267968" w="6096000">
                  <a:moveTo>
                    <a:pt x="0" y="0"/>
                  </a:moveTo>
                  <a:lnTo>
                    <a:pt x="6096000" y="0"/>
                  </a:lnTo>
                  <a:lnTo>
                    <a:pt x="6096000" y="1267968"/>
                  </a:lnTo>
                  <a:lnTo>
                    <a:pt x="0" y="1267968"/>
                  </a:lnTo>
                  <a:close/>
                </a:path>
              </a:pathLst>
            </a:custGeom>
            <a:blipFill>
              <a:blip r:embed="rId3">
                <a:alphaModFix amt="0"/>
              </a:blip>
              <a:stretch>
                <a:fillRect l="0" t="-43678" r="0" b="-43678"/>
              </a:stretch>
            </a:blipFill>
          </p:spPr>
        </p:sp>
        <p:sp>
          <p:nvSpPr>
            <p:cNvPr name="TextBox 29" id="29"/>
            <p:cNvSpPr txBox="true"/>
            <p:nvPr/>
          </p:nvSpPr>
          <p:spPr>
            <a:xfrm>
              <a:off x="0" y="9525"/>
              <a:ext cx="6096000" cy="1258443"/>
            </a:xfrm>
            <a:prstGeom prst="rect">
              <a:avLst/>
            </a:prstGeom>
          </p:spPr>
          <p:txBody>
            <a:bodyPr anchor="ctr" rtlCol="false" tIns="0" lIns="0" bIns="0" rIns="0"/>
            <a:lstStyle/>
            <a:p>
              <a:pPr algn="l">
                <a:lnSpc>
                  <a:spcPts val="2879"/>
                </a:lnSpc>
              </a:pPr>
              <a:r>
                <a:rPr lang="en-US" sz="2400" b="true">
                  <a:solidFill>
                    <a:srgbClr val="C8102E"/>
                  </a:solidFill>
                  <a:latin typeface="Noto Sans Bold"/>
                  <a:ea typeface="Noto Sans Bold"/>
                  <a:cs typeface="Noto Sans Bold"/>
                  <a:sym typeface="Noto Sans Bold"/>
                </a:rPr>
                <a:t>3  </a:t>
              </a:r>
              <a:r>
                <a:rPr lang="en-US" sz="2400" b="true">
                  <a:solidFill>
                    <a:srgbClr val="1A1A1A"/>
                  </a:solidFill>
                  <a:latin typeface="Noto Sans Bold"/>
                  <a:ea typeface="Noto Sans Bold"/>
                  <a:cs typeface="Noto Sans Bold"/>
                  <a:sym typeface="Noto Sans Bold"/>
                </a:rPr>
                <a:t>research</a:t>
              </a:r>
              <a:r>
                <a:rPr lang="en-US" sz="2400">
                  <a:solidFill>
                    <a:srgbClr val="6B7280"/>
                  </a:solidFill>
                  <a:latin typeface="Noto Sans"/>
                  <a:ea typeface="Noto Sans"/>
                  <a:cs typeface="Noto Sans"/>
                  <a:sym typeface="Noto Sans"/>
                </a:rPr>
                <a:t>  MCP 도구 조회</a:t>
              </a:r>
            </a:p>
          </p:txBody>
        </p:sp>
      </p:grpSp>
      <p:sp>
        <p:nvSpPr>
          <p:cNvPr name="AutoShape 30" id="30"/>
          <p:cNvSpPr/>
          <p:nvPr/>
        </p:nvSpPr>
        <p:spPr>
          <a:xfrm rot="5005680">
            <a:off x="1662351" y="5495163"/>
            <a:ext cx="332899" cy="0"/>
          </a:xfrm>
          <a:prstGeom prst="line">
            <a:avLst/>
          </a:prstGeom>
          <a:ln cap="rnd" w="19050">
            <a:solidFill>
              <a:srgbClr val="D1D5DB"/>
            </a:solidFill>
            <a:prstDash val="solid"/>
            <a:headEnd type="none" len="sm" w="sm"/>
            <a:tailEnd type="none" len="sm" w="sm"/>
          </a:ln>
        </p:spPr>
      </p:sp>
      <p:grpSp>
        <p:nvGrpSpPr>
          <p:cNvPr name="Group 31" id="31"/>
          <p:cNvGrpSpPr/>
          <p:nvPr/>
        </p:nvGrpSpPr>
        <p:grpSpPr>
          <a:xfrm rot="0">
            <a:off x="1084583" y="5638295"/>
            <a:ext cx="5054603" cy="976379"/>
            <a:chOff x="0" y="0"/>
            <a:chExt cx="6739471" cy="1301839"/>
          </a:xfrm>
        </p:grpSpPr>
        <p:sp>
          <p:nvSpPr>
            <p:cNvPr name="Freeform 32" id="32"/>
            <p:cNvSpPr/>
            <p:nvPr/>
          </p:nvSpPr>
          <p:spPr>
            <a:xfrm flipH="false" flipV="false" rot="0">
              <a:off x="0" y="0"/>
              <a:ext cx="6739382" cy="1301750"/>
            </a:xfrm>
            <a:custGeom>
              <a:avLst/>
              <a:gdLst/>
              <a:ahLst/>
              <a:cxnLst/>
              <a:rect r="r" b="b" t="t" l="l"/>
              <a:pathLst>
                <a:path h="1301750" w="6739382">
                  <a:moveTo>
                    <a:pt x="0" y="650875"/>
                  </a:moveTo>
                  <a:cubicBezTo>
                    <a:pt x="0" y="291465"/>
                    <a:pt x="291465" y="0"/>
                    <a:pt x="650875" y="0"/>
                  </a:cubicBezTo>
                  <a:lnTo>
                    <a:pt x="6088507" y="0"/>
                  </a:lnTo>
                  <a:cubicBezTo>
                    <a:pt x="6448044" y="0"/>
                    <a:pt x="6739382" y="291465"/>
                    <a:pt x="6739382" y="650875"/>
                  </a:cubicBezTo>
                  <a:cubicBezTo>
                    <a:pt x="6739382" y="1010285"/>
                    <a:pt x="6447917" y="1301750"/>
                    <a:pt x="6088507" y="1301750"/>
                  </a:cubicBezTo>
                  <a:lnTo>
                    <a:pt x="650875" y="1301750"/>
                  </a:lnTo>
                  <a:cubicBezTo>
                    <a:pt x="291465" y="1301877"/>
                    <a:pt x="0" y="1010412"/>
                    <a:pt x="0" y="650875"/>
                  </a:cubicBezTo>
                  <a:close/>
                </a:path>
              </a:pathLst>
            </a:custGeom>
            <a:solidFill>
              <a:srgbClr val="F4F4F5"/>
            </a:solidFill>
            <a:ln w="25400" cap="sq">
              <a:solidFill>
                <a:srgbClr val="F4F4F5"/>
              </a:solidFill>
              <a:prstDash val="solid"/>
              <a:miter/>
            </a:ln>
          </p:spPr>
        </p:sp>
      </p:grpSp>
      <p:grpSp>
        <p:nvGrpSpPr>
          <p:cNvPr name="Group 33" id="33"/>
          <p:cNvGrpSpPr/>
          <p:nvPr/>
        </p:nvGrpSpPr>
        <p:grpSpPr>
          <a:xfrm rot="0">
            <a:off x="1499616" y="5650992"/>
            <a:ext cx="4572000" cy="950976"/>
            <a:chOff x="0" y="0"/>
            <a:chExt cx="6096000" cy="1267968"/>
          </a:xfrm>
        </p:grpSpPr>
        <p:sp>
          <p:nvSpPr>
            <p:cNvPr name="Freeform 34" id="34"/>
            <p:cNvSpPr/>
            <p:nvPr/>
          </p:nvSpPr>
          <p:spPr>
            <a:xfrm flipH="false" flipV="false" rot="0">
              <a:off x="0" y="0"/>
              <a:ext cx="6096000" cy="1267968"/>
            </a:xfrm>
            <a:custGeom>
              <a:avLst/>
              <a:gdLst/>
              <a:ahLst/>
              <a:cxnLst/>
              <a:rect r="r" b="b" t="t" l="l"/>
              <a:pathLst>
                <a:path h="1267968" w="6096000">
                  <a:moveTo>
                    <a:pt x="0" y="0"/>
                  </a:moveTo>
                  <a:lnTo>
                    <a:pt x="6096000" y="0"/>
                  </a:lnTo>
                  <a:lnTo>
                    <a:pt x="6096000" y="1267968"/>
                  </a:lnTo>
                  <a:lnTo>
                    <a:pt x="0" y="1267968"/>
                  </a:lnTo>
                  <a:close/>
                </a:path>
              </a:pathLst>
            </a:custGeom>
            <a:blipFill>
              <a:blip r:embed="rId3">
                <a:alphaModFix amt="0"/>
              </a:blip>
              <a:stretch>
                <a:fillRect l="0" t="-43678" r="0" b="-43678"/>
              </a:stretch>
            </a:blipFill>
          </p:spPr>
        </p:sp>
        <p:sp>
          <p:nvSpPr>
            <p:cNvPr name="TextBox 35" id="35"/>
            <p:cNvSpPr txBox="true"/>
            <p:nvPr/>
          </p:nvSpPr>
          <p:spPr>
            <a:xfrm>
              <a:off x="0" y="9525"/>
              <a:ext cx="6096000" cy="1258443"/>
            </a:xfrm>
            <a:prstGeom prst="rect">
              <a:avLst/>
            </a:prstGeom>
          </p:spPr>
          <p:txBody>
            <a:bodyPr anchor="ctr" rtlCol="false" tIns="0" lIns="0" bIns="0" rIns="0"/>
            <a:lstStyle/>
            <a:p>
              <a:pPr algn="l">
                <a:lnSpc>
                  <a:spcPts val="2879"/>
                </a:lnSpc>
              </a:pPr>
              <a:r>
                <a:rPr lang="en-US" sz="2400" b="true">
                  <a:solidFill>
                    <a:srgbClr val="C8102E"/>
                  </a:solidFill>
                  <a:latin typeface="Noto Sans Bold"/>
                  <a:ea typeface="Noto Sans Bold"/>
                  <a:cs typeface="Noto Sans Bold"/>
                  <a:sym typeface="Noto Sans Bold"/>
                </a:rPr>
                <a:t>4  </a:t>
              </a:r>
              <a:r>
                <a:rPr lang="en-US" sz="2400" b="true">
                  <a:solidFill>
                    <a:srgbClr val="1A1A1A"/>
                  </a:solidFill>
                  <a:latin typeface="Noto Sans Bold"/>
                  <a:ea typeface="Noto Sans Bold"/>
                  <a:cs typeface="Noto Sans Bold"/>
                  <a:sym typeface="Noto Sans Bold"/>
                </a:rPr>
                <a:t>analysis</a:t>
              </a:r>
              <a:r>
                <a:rPr lang="en-US" sz="2400">
                  <a:solidFill>
                    <a:srgbClr val="6B7280"/>
                  </a:solidFill>
                  <a:latin typeface="Noto Sans"/>
                  <a:ea typeface="Noto Sans"/>
                  <a:cs typeface="Noto Sans"/>
                  <a:sym typeface="Noto Sans"/>
                </a:rPr>
                <a:t>  분석</a:t>
              </a:r>
            </a:p>
          </p:txBody>
        </p:sp>
      </p:grpSp>
      <p:sp>
        <p:nvSpPr>
          <p:cNvPr name="AutoShape 36" id="36"/>
          <p:cNvSpPr/>
          <p:nvPr/>
        </p:nvSpPr>
        <p:spPr>
          <a:xfrm rot="5005680">
            <a:off x="1662351" y="6738747"/>
            <a:ext cx="332899" cy="0"/>
          </a:xfrm>
          <a:prstGeom prst="line">
            <a:avLst/>
          </a:prstGeom>
          <a:ln cap="rnd" w="19050">
            <a:solidFill>
              <a:srgbClr val="D1D5DB"/>
            </a:solidFill>
            <a:prstDash val="solid"/>
            <a:headEnd type="none" len="sm" w="sm"/>
            <a:tailEnd type="none" len="sm" w="sm"/>
          </a:ln>
        </p:spPr>
      </p:sp>
      <p:grpSp>
        <p:nvGrpSpPr>
          <p:cNvPr name="Group 37" id="37"/>
          <p:cNvGrpSpPr/>
          <p:nvPr/>
        </p:nvGrpSpPr>
        <p:grpSpPr>
          <a:xfrm rot="0">
            <a:off x="1084583" y="6881879"/>
            <a:ext cx="5054603" cy="976379"/>
            <a:chOff x="0" y="0"/>
            <a:chExt cx="6739471" cy="1301839"/>
          </a:xfrm>
        </p:grpSpPr>
        <p:sp>
          <p:nvSpPr>
            <p:cNvPr name="Freeform 38" id="38"/>
            <p:cNvSpPr/>
            <p:nvPr/>
          </p:nvSpPr>
          <p:spPr>
            <a:xfrm flipH="false" flipV="false" rot="0">
              <a:off x="0" y="0"/>
              <a:ext cx="6739382" cy="1301750"/>
            </a:xfrm>
            <a:custGeom>
              <a:avLst/>
              <a:gdLst/>
              <a:ahLst/>
              <a:cxnLst/>
              <a:rect r="r" b="b" t="t" l="l"/>
              <a:pathLst>
                <a:path h="1301750" w="6739382">
                  <a:moveTo>
                    <a:pt x="0" y="650875"/>
                  </a:moveTo>
                  <a:cubicBezTo>
                    <a:pt x="0" y="291465"/>
                    <a:pt x="291465" y="0"/>
                    <a:pt x="650875" y="0"/>
                  </a:cubicBezTo>
                  <a:lnTo>
                    <a:pt x="6088507" y="0"/>
                  </a:lnTo>
                  <a:cubicBezTo>
                    <a:pt x="6448044" y="0"/>
                    <a:pt x="6739382" y="291465"/>
                    <a:pt x="6739382" y="650875"/>
                  </a:cubicBezTo>
                  <a:cubicBezTo>
                    <a:pt x="6739382" y="1010285"/>
                    <a:pt x="6447917" y="1301750"/>
                    <a:pt x="6088507" y="1301750"/>
                  </a:cubicBezTo>
                  <a:lnTo>
                    <a:pt x="650875" y="1301750"/>
                  </a:lnTo>
                  <a:cubicBezTo>
                    <a:pt x="291465" y="1301877"/>
                    <a:pt x="0" y="1010412"/>
                    <a:pt x="0" y="650875"/>
                  </a:cubicBezTo>
                  <a:close/>
                </a:path>
              </a:pathLst>
            </a:custGeom>
            <a:solidFill>
              <a:srgbClr val="F4F4F5"/>
            </a:solidFill>
            <a:ln w="25400" cap="sq">
              <a:solidFill>
                <a:srgbClr val="F4F4F5"/>
              </a:solidFill>
              <a:prstDash val="solid"/>
              <a:miter/>
            </a:ln>
          </p:spPr>
        </p:sp>
      </p:grpSp>
      <p:grpSp>
        <p:nvGrpSpPr>
          <p:cNvPr name="Group 39" id="39"/>
          <p:cNvGrpSpPr/>
          <p:nvPr/>
        </p:nvGrpSpPr>
        <p:grpSpPr>
          <a:xfrm rot="0">
            <a:off x="1499616" y="6894576"/>
            <a:ext cx="4572000" cy="950976"/>
            <a:chOff x="0" y="0"/>
            <a:chExt cx="6096000" cy="1267968"/>
          </a:xfrm>
        </p:grpSpPr>
        <p:sp>
          <p:nvSpPr>
            <p:cNvPr name="Freeform 40" id="40"/>
            <p:cNvSpPr/>
            <p:nvPr/>
          </p:nvSpPr>
          <p:spPr>
            <a:xfrm flipH="false" flipV="false" rot="0">
              <a:off x="0" y="0"/>
              <a:ext cx="6096000" cy="1267968"/>
            </a:xfrm>
            <a:custGeom>
              <a:avLst/>
              <a:gdLst/>
              <a:ahLst/>
              <a:cxnLst/>
              <a:rect r="r" b="b" t="t" l="l"/>
              <a:pathLst>
                <a:path h="1267968" w="6096000">
                  <a:moveTo>
                    <a:pt x="0" y="0"/>
                  </a:moveTo>
                  <a:lnTo>
                    <a:pt x="6096000" y="0"/>
                  </a:lnTo>
                  <a:lnTo>
                    <a:pt x="6096000" y="1267968"/>
                  </a:lnTo>
                  <a:lnTo>
                    <a:pt x="0" y="1267968"/>
                  </a:lnTo>
                  <a:close/>
                </a:path>
              </a:pathLst>
            </a:custGeom>
            <a:blipFill>
              <a:blip r:embed="rId3">
                <a:alphaModFix amt="0"/>
              </a:blip>
              <a:stretch>
                <a:fillRect l="0" t="-43678" r="0" b="-43678"/>
              </a:stretch>
            </a:blipFill>
          </p:spPr>
        </p:sp>
        <p:sp>
          <p:nvSpPr>
            <p:cNvPr name="TextBox 41" id="41"/>
            <p:cNvSpPr txBox="true"/>
            <p:nvPr/>
          </p:nvSpPr>
          <p:spPr>
            <a:xfrm>
              <a:off x="0" y="9525"/>
              <a:ext cx="6096000" cy="1258443"/>
            </a:xfrm>
            <a:prstGeom prst="rect">
              <a:avLst/>
            </a:prstGeom>
          </p:spPr>
          <p:txBody>
            <a:bodyPr anchor="ctr" rtlCol="false" tIns="0" lIns="0" bIns="0" rIns="0"/>
            <a:lstStyle/>
            <a:p>
              <a:pPr algn="l">
                <a:lnSpc>
                  <a:spcPts val="2879"/>
                </a:lnSpc>
              </a:pPr>
              <a:r>
                <a:rPr lang="en-US" sz="2400" b="true">
                  <a:solidFill>
                    <a:srgbClr val="C8102E"/>
                  </a:solidFill>
                  <a:latin typeface="Noto Sans Bold"/>
                  <a:ea typeface="Noto Sans Bold"/>
                  <a:cs typeface="Noto Sans Bold"/>
                  <a:sym typeface="Noto Sans Bold"/>
                </a:rPr>
                <a:t>5  </a:t>
              </a:r>
              <a:r>
                <a:rPr lang="en-US" sz="2400" b="true">
                  <a:solidFill>
                    <a:srgbClr val="1A1A1A"/>
                  </a:solidFill>
                  <a:latin typeface="Noto Sans Bold"/>
                  <a:ea typeface="Noto Sans Bold"/>
                  <a:cs typeface="Noto Sans Bold"/>
                  <a:sym typeface="Noto Sans Bold"/>
                </a:rPr>
                <a:t>write</a:t>
              </a:r>
              <a:r>
                <a:rPr lang="en-US" sz="2400">
                  <a:solidFill>
                    <a:srgbClr val="6B7280"/>
                  </a:solidFill>
                  <a:latin typeface="Noto Sans"/>
                  <a:ea typeface="Noto Sans"/>
                  <a:cs typeface="Noto Sans"/>
                  <a:sym typeface="Noto Sans"/>
                </a:rPr>
                <a:t>  답 작성</a:t>
              </a:r>
            </a:p>
          </p:txBody>
        </p:sp>
      </p:grpSp>
      <p:sp>
        <p:nvSpPr>
          <p:cNvPr name="AutoShape 42" id="42"/>
          <p:cNvSpPr/>
          <p:nvPr/>
        </p:nvSpPr>
        <p:spPr>
          <a:xfrm rot="5005680">
            <a:off x="1662351" y="7982331"/>
            <a:ext cx="332899" cy="0"/>
          </a:xfrm>
          <a:prstGeom prst="line">
            <a:avLst/>
          </a:prstGeom>
          <a:ln cap="rnd" w="19050">
            <a:solidFill>
              <a:srgbClr val="D1D5DB"/>
            </a:solidFill>
            <a:prstDash val="solid"/>
            <a:headEnd type="none" len="sm" w="sm"/>
            <a:tailEnd type="none" len="sm" w="sm"/>
          </a:ln>
        </p:spPr>
      </p:sp>
      <p:grpSp>
        <p:nvGrpSpPr>
          <p:cNvPr name="Group 43" id="43"/>
          <p:cNvGrpSpPr/>
          <p:nvPr/>
        </p:nvGrpSpPr>
        <p:grpSpPr>
          <a:xfrm rot="0">
            <a:off x="1084583" y="8125463"/>
            <a:ext cx="5054603" cy="976379"/>
            <a:chOff x="0" y="0"/>
            <a:chExt cx="6739471" cy="1301839"/>
          </a:xfrm>
        </p:grpSpPr>
        <p:sp>
          <p:nvSpPr>
            <p:cNvPr name="Freeform 44" id="44"/>
            <p:cNvSpPr/>
            <p:nvPr/>
          </p:nvSpPr>
          <p:spPr>
            <a:xfrm flipH="false" flipV="false" rot="0">
              <a:off x="0" y="0"/>
              <a:ext cx="6739382" cy="1301750"/>
            </a:xfrm>
            <a:custGeom>
              <a:avLst/>
              <a:gdLst/>
              <a:ahLst/>
              <a:cxnLst/>
              <a:rect r="r" b="b" t="t" l="l"/>
              <a:pathLst>
                <a:path h="1301750" w="6739382">
                  <a:moveTo>
                    <a:pt x="0" y="650875"/>
                  </a:moveTo>
                  <a:cubicBezTo>
                    <a:pt x="0" y="291465"/>
                    <a:pt x="291465" y="0"/>
                    <a:pt x="650875" y="0"/>
                  </a:cubicBezTo>
                  <a:lnTo>
                    <a:pt x="6088507" y="0"/>
                  </a:lnTo>
                  <a:cubicBezTo>
                    <a:pt x="6448044" y="0"/>
                    <a:pt x="6739382" y="291465"/>
                    <a:pt x="6739382" y="650875"/>
                  </a:cubicBezTo>
                  <a:cubicBezTo>
                    <a:pt x="6739382" y="1010285"/>
                    <a:pt x="6447917" y="1301750"/>
                    <a:pt x="6088507" y="1301750"/>
                  </a:cubicBezTo>
                  <a:lnTo>
                    <a:pt x="650875" y="1301750"/>
                  </a:lnTo>
                  <a:cubicBezTo>
                    <a:pt x="291465" y="1301877"/>
                    <a:pt x="0" y="1010412"/>
                    <a:pt x="0" y="650875"/>
                  </a:cubicBezTo>
                  <a:close/>
                </a:path>
              </a:pathLst>
            </a:custGeom>
            <a:solidFill>
              <a:srgbClr val="F4F4F5"/>
            </a:solidFill>
            <a:ln w="25400" cap="sq">
              <a:solidFill>
                <a:srgbClr val="F4F4F5"/>
              </a:solidFill>
              <a:prstDash val="solid"/>
              <a:miter/>
            </a:ln>
          </p:spPr>
        </p:sp>
      </p:grpSp>
      <p:grpSp>
        <p:nvGrpSpPr>
          <p:cNvPr name="Group 45" id="45"/>
          <p:cNvGrpSpPr/>
          <p:nvPr/>
        </p:nvGrpSpPr>
        <p:grpSpPr>
          <a:xfrm rot="0">
            <a:off x="1499616" y="8138160"/>
            <a:ext cx="4572000" cy="950976"/>
            <a:chOff x="0" y="0"/>
            <a:chExt cx="6096000" cy="1267968"/>
          </a:xfrm>
        </p:grpSpPr>
        <p:sp>
          <p:nvSpPr>
            <p:cNvPr name="Freeform 46" id="46"/>
            <p:cNvSpPr/>
            <p:nvPr/>
          </p:nvSpPr>
          <p:spPr>
            <a:xfrm flipH="false" flipV="false" rot="0">
              <a:off x="0" y="0"/>
              <a:ext cx="6096000" cy="1267968"/>
            </a:xfrm>
            <a:custGeom>
              <a:avLst/>
              <a:gdLst/>
              <a:ahLst/>
              <a:cxnLst/>
              <a:rect r="r" b="b" t="t" l="l"/>
              <a:pathLst>
                <a:path h="1267968" w="6096000">
                  <a:moveTo>
                    <a:pt x="0" y="0"/>
                  </a:moveTo>
                  <a:lnTo>
                    <a:pt x="6096000" y="0"/>
                  </a:lnTo>
                  <a:lnTo>
                    <a:pt x="6096000" y="1267968"/>
                  </a:lnTo>
                  <a:lnTo>
                    <a:pt x="0" y="1267968"/>
                  </a:lnTo>
                  <a:close/>
                </a:path>
              </a:pathLst>
            </a:custGeom>
            <a:blipFill>
              <a:blip r:embed="rId3">
                <a:alphaModFix amt="0"/>
              </a:blip>
              <a:stretch>
                <a:fillRect l="0" t="-43678" r="0" b="-43678"/>
              </a:stretch>
            </a:blipFill>
          </p:spPr>
        </p:sp>
        <p:sp>
          <p:nvSpPr>
            <p:cNvPr name="TextBox 47" id="47"/>
            <p:cNvSpPr txBox="true"/>
            <p:nvPr/>
          </p:nvSpPr>
          <p:spPr>
            <a:xfrm>
              <a:off x="0" y="9525"/>
              <a:ext cx="6096000" cy="1258443"/>
            </a:xfrm>
            <a:prstGeom prst="rect">
              <a:avLst/>
            </a:prstGeom>
          </p:spPr>
          <p:txBody>
            <a:bodyPr anchor="ctr" rtlCol="false" tIns="0" lIns="0" bIns="0" rIns="0"/>
            <a:lstStyle/>
            <a:p>
              <a:pPr algn="l">
                <a:lnSpc>
                  <a:spcPts val="2879"/>
                </a:lnSpc>
              </a:pPr>
              <a:r>
                <a:rPr lang="en-US" sz="2400" b="true">
                  <a:solidFill>
                    <a:srgbClr val="C8102E"/>
                  </a:solidFill>
                  <a:latin typeface="Noto Sans Bold"/>
                  <a:ea typeface="Noto Sans Bold"/>
                  <a:cs typeface="Noto Sans Bold"/>
                  <a:sym typeface="Noto Sans Bold"/>
                </a:rPr>
                <a:t>6  </a:t>
              </a:r>
              <a:r>
                <a:rPr lang="en-US" sz="2400" b="true">
                  <a:solidFill>
                    <a:srgbClr val="1A1A1A"/>
                  </a:solidFill>
                  <a:latin typeface="Noto Sans Bold"/>
                  <a:ea typeface="Noto Sans Bold"/>
                  <a:cs typeface="Noto Sans Bold"/>
                  <a:sym typeface="Noto Sans Bold"/>
                </a:rPr>
                <a:t>validate</a:t>
              </a:r>
              <a:r>
                <a:rPr lang="en-US" sz="2400">
                  <a:solidFill>
                    <a:srgbClr val="6B7280"/>
                  </a:solidFill>
                  <a:latin typeface="Noto Sans"/>
                  <a:ea typeface="Noto Sans"/>
                  <a:cs typeface="Noto Sans"/>
                  <a:sym typeface="Noto Sans"/>
                </a:rPr>
                <a:t>  검수</a:t>
              </a:r>
            </a:p>
          </p:txBody>
        </p:sp>
      </p:grpSp>
      <p:grpSp>
        <p:nvGrpSpPr>
          <p:cNvPr name="Group 48" id="48"/>
          <p:cNvGrpSpPr/>
          <p:nvPr/>
        </p:nvGrpSpPr>
        <p:grpSpPr>
          <a:xfrm rot="0">
            <a:off x="7028183" y="1816103"/>
            <a:ext cx="10175243" cy="1268987"/>
            <a:chOff x="0" y="0"/>
            <a:chExt cx="13566991" cy="1691983"/>
          </a:xfrm>
        </p:grpSpPr>
        <p:sp>
          <p:nvSpPr>
            <p:cNvPr name="Freeform 49" id="49"/>
            <p:cNvSpPr/>
            <p:nvPr/>
          </p:nvSpPr>
          <p:spPr>
            <a:xfrm flipH="false" flipV="false" rot="0">
              <a:off x="0" y="0"/>
              <a:ext cx="13566902" cy="1691894"/>
            </a:xfrm>
            <a:custGeom>
              <a:avLst/>
              <a:gdLst/>
              <a:ahLst/>
              <a:cxnLst/>
              <a:rect r="r" b="b" t="t" l="l"/>
              <a:pathLst>
                <a:path h="1691894" w="13566902">
                  <a:moveTo>
                    <a:pt x="0" y="497586"/>
                  </a:moveTo>
                  <a:cubicBezTo>
                    <a:pt x="0" y="222758"/>
                    <a:pt x="222758" y="0"/>
                    <a:pt x="497586" y="0"/>
                  </a:cubicBezTo>
                  <a:lnTo>
                    <a:pt x="13069317" y="0"/>
                  </a:lnTo>
                  <a:cubicBezTo>
                    <a:pt x="13344144" y="0"/>
                    <a:pt x="13566902" y="222758"/>
                    <a:pt x="13566902" y="497586"/>
                  </a:cubicBezTo>
                  <a:lnTo>
                    <a:pt x="13566902" y="1194308"/>
                  </a:lnTo>
                  <a:cubicBezTo>
                    <a:pt x="13566902" y="1469136"/>
                    <a:pt x="13344144" y="1691894"/>
                    <a:pt x="13069317" y="1691894"/>
                  </a:cubicBezTo>
                  <a:lnTo>
                    <a:pt x="497586" y="1691894"/>
                  </a:lnTo>
                  <a:cubicBezTo>
                    <a:pt x="222758" y="1692021"/>
                    <a:pt x="0" y="1469136"/>
                    <a:pt x="0" y="1194308"/>
                  </a:cubicBezTo>
                  <a:close/>
                </a:path>
              </a:pathLst>
            </a:custGeom>
            <a:solidFill>
              <a:srgbClr val="FFFFFF"/>
            </a:solidFill>
            <a:ln w="25400" cap="sq">
              <a:solidFill>
                <a:srgbClr val="E5E7EB"/>
              </a:solidFill>
              <a:prstDash val="solid"/>
              <a:miter/>
            </a:ln>
          </p:spPr>
        </p:sp>
      </p:grpSp>
      <p:grpSp>
        <p:nvGrpSpPr>
          <p:cNvPr name="Group 50" id="50"/>
          <p:cNvGrpSpPr/>
          <p:nvPr/>
        </p:nvGrpSpPr>
        <p:grpSpPr>
          <a:xfrm rot="0">
            <a:off x="7393943" y="2181863"/>
            <a:ext cx="939803" cy="537467"/>
            <a:chOff x="0" y="0"/>
            <a:chExt cx="1253071" cy="716623"/>
          </a:xfrm>
        </p:grpSpPr>
        <p:sp>
          <p:nvSpPr>
            <p:cNvPr name="Freeform 51" id="51"/>
            <p:cNvSpPr/>
            <p:nvPr/>
          </p:nvSpPr>
          <p:spPr>
            <a:xfrm flipH="false" flipV="false" rot="0">
              <a:off x="0" y="0"/>
              <a:ext cx="1253109" cy="716661"/>
            </a:xfrm>
            <a:custGeom>
              <a:avLst/>
              <a:gdLst/>
              <a:ahLst/>
              <a:cxnLst/>
              <a:rect r="r" b="b" t="t" l="l"/>
              <a:pathLst>
                <a:path h="716661" w="1253109">
                  <a:moveTo>
                    <a:pt x="0" y="358267"/>
                  </a:moveTo>
                  <a:cubicBezTo>
                    <a:pt x="0" y="160401"/>
                    <a:pt x="160401" y="0"/>
                    <a:pt x="358267" y="0"/>
                  </a:cubicBezTo>
                  <a:lnTo>
                    <a:pt x="894715" y="0"/>
                  </a:lnTo>
                  <a:cubicBezTo>
                    <a:pt x="1092708" y="0"/>
                    <a:pt x="1253109" y="160401"/>
                    <a:pt x="1253109" y="358267"/>
                  </a:cubicBezTo>
                  <a:cubicBezTo>
                    <a:pt x="1253109" y="556133"/>
                    <a:pt x="1092708" y="716661"/>
                    <a:pt x="894715" y="716661"/>
                  </a:cubicBezTo>
                  <a:lnTo>
                    <a:pt x="358267" y="716661"/>
                  </a:lnTo>
                  <a:cubicBezTo>
                    <a:pt x="160401" y="716661"/>
                    <a:pt x="0" y="556260"/>
                    <a:pt x="0" y="358267"/>
                  </a:cubicBezTo>
                  <a:close/>
                </a:path>
              </a:pathLst>
            </a:custGeom>
            <a:solidFill>
              <a:srgbClr val="C8102E"/>
            </a:solidFill>
            <a:ln w="25400" cap="sq">
              <a:solidFill>
                <a:srgbClr val="C8102E"/>
              </a:solidFill>
              <a:prstDash val="solid"/>
              <a:miter/>
            </a:ln>
          </p:spPr>
        </p:sp>
      </p:grpSp>
      <p:grpSp>
        <p:nvGrpSpPr>
          <p:cNvPr name="Group 52" id="52"/>
          <p:cNvGrpSpPr/>
          <p:nvPr/>
        </p:nvGrpSpPr>
        <p:grpSpPr>
          <a:xfrm rot="0">
            <a:off x="7832855" y="2227583"/>
            <a:ext cx="446027" cy="446027"/>
            <a:chOff x="0" y="0"/>
            <a:chExt cx="594703" cy="594703"/>
          </a:xfrm>
        </p:grpSpPr>
        <p:sp>
          <p:nvSpPr>
            <p:cNvPr name="Freeform 53" id="53"/>
            <p:cNvSpPr/>
            <p:nvPr/>
          </p:nvSpPr>
          <p:spPr>
            <a:xfrm flipH="false" flipV="false" rot="0">
              <a:off x="0" y="0"/>
              <a:ext cx="594741" cy="594741"/>
            </a:xfrm>
            <a:custGeom>
              <a:avLst/>
              <a:gdLst/>
              <a:ahLst/>
              <a:cxnLst/>
              <a:rect r="r" b="b" t="t" l="l"/>
              <a:pathLst>
                <a:path h="594741" w="594741">
                  <a:moveTo>
                    <a:pt x="0" y="297307"/>
                  </a:moveTo>
                  <a:cubicBezTo>
                    <a:pt x="0" y="133096"/>
                    <a:pt x="133096" y="0"/>
                    <a:pt x="297307" y="0"/>
                  </a:cubicBezTo>
                  <a:cubicBezTo>
                    <a:pt x="461518" y="0"/>
                    <a:pt x="594741" y="133096"/>
                    <a:pt x="594741" y="297307"/>
                  </a:cubicBezTo>
                  <a:cubicBezTo>
                    <a:pt x="594741" y="461518"/>
                    <a:pt x="461518" y="594741"/>
                    <a:pt x="297307" y="594741"/>
                  </a:cubicBezTo>
                  <a:cubicBezTo>
                    <a:pt x="133096" y="594741"/>
                    <a:pt x="0" y="461518"/>
                    <a:pt x="0" y="297307"/>
                  </a:cubicBezTo>
                  <a:close/>
                </a:path>
              </a:pathLst>
            </a:custGeom>
            <a:solidFill>
              <a:srgbClr val="FFFFFF"/>
            </a:solidFill>
            <a:ln w="25400" cap="sq">
              <a:solidFill>
                <a:srgbClr val="FFFFFF"/>
              </a:solidFill>
              <a:prstDash val="solid"/>
              <a:miter/>
            </a:ln>
          </p:spPr>
        </p:sp>
      </p:grpSp>
      <p:grpSp>
        <p:nvGrpSpPr>
          <p:cNvPr name="Group 54" id="54"/>
          <p:cNvGrpSpPr/>
          <p:nvPr/>
        </p:nvGrpSpPr>
        <p:grpSpPr>
          <a:xfrm rot="0">
            <a:off x="8686800" y="1938528"/>
            <a:ext cx="6217920" cy="585216"/>
            <a:chOff x="0" y="0"/>
            <a:chExt cx="8290560" cy="780288"/>
          </a:xfrm>
        </p:grpSpPr>
        <p:sp>
          <p:nvSpPr>
            <p:cNvPr name="Freeform 55" id="55"/>
            <p:cNvSpPr/>
            <p:nvPr/>
          </p:nvSpPr>
          <p:spPr>
            <a:xfrm flipH="false" flipV="false" rot="0">
              <a:off x="0" y="0"/>
              <a:ext cx="8290560" cy="780288"/>
            </a:xfrm>
            <a:custGeom>
              <a:avLst/>
              <a:gdLst/>
              <a:ahLst/>
              <a:cxnLst/>
              <a:rect r="r" b="b" t="t" l="l"/>
              <a:pathLst>
                <a:path h="780288" w="8290560">
                  <a:moveTo>
                    <a:pt x="0" y="0"/>
                  </a:moveTo>
                  <a:lnTo>
                    <a:pt x="8290560" y="0"/>
                  </a:lnTo>
                  <a:lnTo>
                    <a:pt x="8290560" y="780288"/>
                  </a:lnTo>
                  <a:lnTo>
                    <a:pt x="0" y="780288"/>
                  </a:lnTo>
                  <a:close/>
                </a:path>
              </a:pathLst>
            </a:custGeom>
            <a:blipFill>
              <a:blip r:embed="rId3">
                <a:alphaModFix amt="0"/>
              </a:blip>
              <a:stretch>
                <a:fillRect l="0" t="-157028" r="0" b="-157028"/>
              </a:stretch>
            </a:blipFill>
          </p:spPr>
        </p:sp>
        <p:sp>
          <p:nvSpPr>
            <p:cNvPr name="TextBox 56" id="56"/>
            <p:cNvSpPr txBox="true"/>
            <p:nvPr/>
          </p:nvSpPr>
          <p:spPr>
            <a:xfrm>
              <a:off x="0" y="-9525"/>
              <a:ext cx="8290560" cy="789813"/>
            </a:xfrm>
            <a:prstGeom prst="rect">
              <a:avLst/>
            </a:prstGeom>
          </p:spPr>
          <p:txBody>
            <a:bodyPr anchor="ctr" rtlCol="false" tIns="0" lIns="0" bIns="0" rIns="0"/>
            <a:lstStyle/>
            <a:p>
              <a:pPr algn="l">
                <a:lnSpc>
                  <a:spcPts val="3120"/>
                </a:lnSpc>
              </a:pPr>
              <a:r>
                <a:rPr lang="en-US" sz="2600" b="true">
                  <a:solidFill>
                    <a:srgbClr val="1A1A1A"/>
                  </a:solidFill>
                  <a:latin typeface="Noto Sans Bold"/>
                  <a:ea typeface="Noto Sans Bold"/>
                  <a:cs typeface="Noto Sans Bold"/>
                  <a:sym typeface="Noto Sans Bold"/>
                </a:rPr>
                <a:t>RAG 매뉴얼 검색</a:t>
              </a:r>
            </a:p>
          </p:txBody>
        </p:sp>
      </p:grpSp>
      <p:grpSp>
        <p:nvGrpSpPr>
          <p:cNvPr name="Group 57" id="57"/>
          <p:cNvGrpSpPr/>
          <p:nvPr/>
        </p:nvGrpSpPr>
        <p:grpSpPr>
          <a:xfrm rot="0">
            <a:off x="8686800" y="2505456"/>
            <a:ext cx="6217920" cy="457200"/>
            <a:chOff x="0" y="0"/>
            <a:chExt cx="8290560" cy="609600"/>
          </a:xfrm>
        </p:grpSpPr>
        <p:sp>
          <p:nvSpPr>
            <p:cNvPr name="Freeform 58" id="58"/>
            <p:cNvSpPr/>
            <p:nvPr/>
          </p:nvSpPr>
          <p:spPr>
            <a:xfrm flipH="false" flipV="false" rot="0">
              <a:off x="0" y="0"/>
              <a:ext cx="8290560" cy="609600"/>
            </a:xfrm>
            <a:custGeom>
              <a:avLst/>
              <a:gdLst/>
              <a:ahLst/>
              <a:cxnLst/>
              <a:rect r="r" b="b" t="t" l="l"/>
              <a:pathLst>
                <a:path h="609600" w="8290560">
                  <a:moveTo>
                    <a:pt x="0" y="0"/>
                  </a:moveTo>
                  <a:lnTo>
                    <a:pt x="8290560" y="0"/>
                  </a:lnTo>
                  <a:lnTo>
                    <a:pt x="8290560" y="609600"/>
                  </a:lnTo>
                  <a:lnTo>
                    <a:pt x="0" y="609600"/>
                  </a:lnTo>
                  <a:close/>
                </a:path>
              </a:pathLst>
            </a:custGeom>
            <a:blipFill>
              <a:blip r:embed="rId3">
                <a:alphaModFix amt="0"/>
              </a:blip>
              <a:stretch>
                <a:fillRect l="0" t="-214996" r="0" b="-214996"/>
              </a:stretch>
            </a:blipFill>
          </p:spPr>
        </p:sp>
        <p:sp>
          <p:nvSpPr>
            <p:cNvPr name="TextBox 59" id="59"/>
            <p:cNvSpPr txBox="true"/>
            <p:nvPr/>
          </p:nvSpPr>
          <p:spPr>
            <a:xfrm>
              <a:off x="0" y="-9525"/>
              <a:ext cx="8290560" cy="619125"/>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맞는 매뉴얼 페이지 펴 주기</a:t>
              </a:r>
            </a:p>
          </p:txBody>
        </p:sp>
      </p:grpSp>
      <p:grpSp>
        <p:nvGrpSpPr>
          <p:cNvPr name="Group 60" id="60"/>
          <p:cNvGrpSpPr/>
          <p:nvPr/>
        </p:nvGrpSpPr>
        <p:grpSpPr>
          <a:xfrm rot="0">
            <a:off x="14983463" y="2181863"/>
            <a:ext cx="1854203" cy="537467"/>
            <a:chOff x="0" y="0"/>
            <a:chExt cx="2472271" cy="716623"/>
          </a:xfrm>
        </p:grpSpPr>
        <p:sp>
          <p:nvSpPr>
            <p:cNvPr name="Freeform 61" id="61"/>
            <p:cNvSpPr/>
            <p:nvPr/>
          </p:nvSpPr>
          <p:spPr>
            <a:xfrm flipH="false" flipV="false" rot="0">
              <a:off x="0" y="0"/>
              <a:ext cx="2472182" cy="716534"/>
            </a:xfrm>
            <a:custGeom>
              <a:avLst/>
              <a:gdLst/>
              <a:ahLst/>
              <a:cxnLst/>
              <a:rect r="r" b="b" t="t" l="l"/>
              <a:pathLst>
                <a:path h="716534" w="2472182">
                  <a:moveTo>
                    <a:pt x="0" y="358267"/>
                  </a:moveTo>
                  <a:cubicBezTo>
                    <a:pt x="0" y="160401"/>
                    <a:pt x="160401" y="0"/>
                    <a:pt x="358267" y="0"/>
                  </a:cubicBezTo>
                  <a:lnTo>
                    <a:pt x="2113915" y="0"/>
                  </a:lnTo>
                  <a:cubicBezTo>
                    <a:pt x="2311781" y="0"/>
                    <a:pt x="2472182" y="160401"/>
                    <a:pt x="2472182" y="358267"/>
                  </a:cubicBezTo>
                  <a:cubicBezTo>
                    <a:pt x="2472182" y="556133"/>
                    <a:pt x="2311781" y="716534"/>
                    <a:pt x="2113915" y="716534"/>
                  </a:cubicBezTo>
                  <a:lnTo>
                    <a:pt x="358267" y="716534"/>
                  </a:lnTo>
                  <a:cubicBezTo>
                    <a:pt x="160401" y="716661"/>
                    <a:pt x="0" y="556260"/>
                    <a:pt x="0" y="358267"/>
                  </a:cubicBezTo>
                  <a:close/>
                </a:path>
              </a:pathLst>
            </a:custGeom>
            <a:solidFill>
              <a:srgbClr val="FDECEE"/>
            </a:solidFill>
            <a:ln w="25400" cap="sq">
              <a:solidFill>
                <a:srgbClr val="FDECEE"/>
              </a:solidFill>
              <a:prstDash val="solid"/>
              <a:miter/>
            </a:ln>
          </p:spPr>
        </p:sp>
      </p:grpSp>
      <p:grpSp>
        <p:nvGrpSpPr>
          <p:cNvPr name="Group 62" id="62"/>
          <p:cNvGrpSpPr/>
          <p:nvPr/>
        </p:nvGrpSpPr>
        <p:grpSpPr>
          <a:xfrm rot="0">
            <a:off x="14996160" y="2194560"/>
            <a:ext cx="1828800" cy="512064"/>
            <a:chOff x="0" y="0"/>
            <a:chExt cx="2438400" cy="682752"/>
          </a:xfrm>
        </p:grpSpPr>
        <p:sp>
          <p:nvSpPr>
            <p:cNvPr name="Freeform 63" id="63"/>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64" id="64"/>
            <p:cNvSpPr txBox="true"/>
            <p:nvPr/>
          </p:nvSpPr>
          <p:spPr>
            <a:xfrm>
              <a:off x="0" y="9525"/>
              <a:ext cx="2438400" cy="673227"/>
            </a:xfrm>
            <a:prstGeom prst="rect">
              <a:avLst/>
            </a:prstGeom>
          </p:spPr>
          <p:txBody>
            <a:bodyPr anchor="ctr" rtlCol="false" tIns="0" lIns="0" bIns="0" rIns="0"/>
            <a:lstStyle/>
            <a:p>
              <a:pPr algn="ctr">
                <a:lnSpc>
                  <a:spcPts val="2160"/>
                </a:lnSpc>
              </a:pPr>
              <a:r>
                <a:rPr lang="en-US" sz="1800" b="true">
                  <a:solidFill>
                    <a:srgbClr val="C8102E"/>
                  </a:solidFill>
                  <a:latin typeface="Noto Sans Bold"/>
                  <a:ea typeface="Noto Sans Bold"/>
                  <a:cs typeface="Noto Sans Bold"/>
                  <a:sym typeface="Noto Sans Bold"/>
                </a:rPr>
                <a:t>3단계</a:t>
              </a:r>
            </a:p>
          </p:txBody>
        </p:sp>
      </p:grpSp>
      <p:grpSp>
        <p:nvGrpSpPr>
          <p:cNvPr name="Group 65" id="65"/>
          <p:cNvGrpSpPr/>
          <p:nvPr/>
        </p:nvGrpSpPr>
        <p:grpSpPr>
          <a:xfrm rot="0">
            <a:off x="7028183" y="3315719"/>
            <a:ext cx="10175243" cy="1268987"/>
            <a:chOff x="0" y="0"/>
            <a:chExt cx="13566991" cy="1691983"/>
          </a:xfrm>
        </p:grpSpPr>
        <p:sp>
          <p:nvSpPr>
            <p:cNvPr name="Freeform 66" id="66"/>
            <p:cNvSpPr/>
            <p:nvPr/>
          </p:nvSpPr>
          <p:spPr>
            <a:xfrm flipH="false" flipV="false" rot="0">
              <a:off x="0" y="0"/>
              <a:ext cx="13566902" cy="1691894"/>
            </a:xfrm>
            <a:custGeom>
              <a:avLst/>
              <a:gdLst/>
              <a:ahLst/>
              <a:cxnLst/>
              <a:rect r="r" b="b" t="t" l="l"/>
              <a:pathLst>
                <a:path h="1691894" w="13566902">
                  <a:moveTo>
                    <a:pt x="0" y="497586"/>
                  </a:moveTo>
                  <a:cubicBezTo>
                    <a:pt x="0" y="222758"/>
                    <a:pt x="222758" y="0"/>
                    <a:pt x="497586" y="0"/>
                  </a:cubicBezTo>
                  <a:lnTo>
                    <a:pt x="13069317" y="0"/>
                  </a:lnTo>
                  <a:cubicBezTo>
                    <a:pt x="13344144" y="0"/>
                    <a:pt x="13566902" y="222758"/>
                    <a:pt x="13566902" y="497586"/>
                  </a:cubicBezTo>
                  <a:lnTo>
                    <a:pt x="13566902" y="1194308"/>
                  </a:lnTo>
                  <a:cubicBezTo>
                    <a:pt x="13566902" y="1469136"/>
                    <a:pt x="13344144" y="1691894"/>
                    <a:pt x="13069317" y="1691894"/>
                  </a:cubicBezTo>
                  <a:lnTo>
                    <a:pt x="497586" y="1691894"/>
                  </a:lnTo>
                  <a:cubicBezTo>
                    <a:pt x="222758" y="1692021"/>
                    <a:pt x="0" y="1469136"/>
                    <a:pt x="0" y="1194308"/>
                  </a:cubicBezTo>
                  <a:close/>
                </a:path>
              </a:pathLst>
            </a:custGeom>
            <a:solidFill>
              <a:srgbClr val="FFFFFF"/>
            </a:solidFill>
            <a:ln w="25400" cap="sq">
              <a:solidFill>
                <a:srgbClr val="E5E7EB"/>
              </a:solidFill>
              <a:prstDash val="solid"/>
              <a:miter/>
            </a:ln>
          </p:spPr>
        </p:sp>
      </p:grpSp>
      <p:grpSp>
        <p:nvGrpSpPr>
          <p:cNvPr name="Group 67" id="67"/>
          <p:cNvGrpSpPr/>
          <p:nvPr/>
        </p:nvGrpSpPr>
        <p:grpSpPr>
          <a:xfrm rot="0">
            <a:off x="7393943" y="3681479"/>
            <a:ext cx="939803" cy="537467"/>
            <a:chOff x="0" y="0"/>
            <a:chExt cx="1253071" cy="716623"/>
          </a:xfrm>
        </p:grpSpPr>
        <p:sp>
          <p:nvSpPr>
            <p:cNvPr name="Freeform 68" id="68"/>
            <p:cNvSpPr/>
            <p:nvPr/>
          </p:nvSpPr>
          <p:spPr>
            <a:xfrm flipH="false" flipV="false" rot="0">
              <a:off x="0" y="0"/>
              <a:ext cx="1253109" cy="716661"/>
            </a:xfrm>
            <a:custGeom>
              <a:avLst/>
              <a:gdLst/>
              <a:ahLst/>
              <a:cxnLst/>
              <a:rect r="r" b="b" t="t" l="l"/>
              <a:pathLst>
                <a:path h="716661" w="1253109">
                  <a:moveTo>
                    <a:pt x="0" y="358267"/>
                  </a:moveTo>
                  <a:cubicBezTo>
                    <a:pt x="0" y="160401"/>
                    <a:pt x="160401" y="0"/>
                    <a:pt x="358267" y="0"/>
                  </a:cubicBezTo>
                  <a:lnTo>
                    <a:pt x="894715" y="0"/>
                  </a:lnTo>
                  <a:cubicBezTo>
                    <a:pt x="1092708" y="0"/>
                    <a:pt x="1253109" y="160401"/>
                    <a:pt x="1253109" y="358267"/>
                  </a:cubicBezTo>
                  <a:cubicBezTo>
                    <a:pt x="1253109" y="556133"/>
                    <a:pt x="1092708" y="716661"/>
                    <a:pt x="894715" y="716661"/>
                  </a:cubicBezTo>
                  <a:lnTo>
                    <a:pt x="358267" y="716661"/>
                  </a:lnTo>
                  <a:cubicBezTo>
                    <a:pt x="160401" y="716661"/>
                    <a:pt x="0" y="556260"/>
                    <a:pt x="0" y="358267"/>
                  </a:cubicBezTo>
                  <a:close/>
                </a:path>
              </a:pathLst>
            </a:custGeom>
            <a:solidFill>
              <a:srgbClr val="C8102E"/>
            </a:solidFill>
            <a:ln w="25400" cap="sq">
              <a:solidFill>
                <a:srgbClr val="C8102E"/>
              </a:solidFill>
              <a:prstDash val="solid"/>
              <a:miter/>
            </a:ln>
          </p:spPr>
        </p:sp>
      </p:grpSp>
      <p:grpSp>
        <p:nvGrpSpPr>
          <p:cNvPr name="Group 69" id="69"/>
          <p:cNvGrpSpPr/>
          <p:nvPr/>
        </p:nvGrpSpPr>
        <p:grpSpPr>
          <a:xfrm rot="0">
            <a:off x="7832855" y="3727199"/>
            <a:ext cx="446027" cy="446027"/>
            <a:chOff x="0" y="0"/>
            <a:chExt cx="594703" cy="594703"/>
          </a:xfrm>
        </p:grpSpPr>
        <p:sp>
          <p:nvSpPr>
            <p:cNvPr name="Freeform 70" id="70"/>
            <p:cNvSpPr/>
            <p:nvPr/>
          </p:nvSpPr>
          <p:spPr>
            <a:xfrm flipH="false" flipV="false" rot="0">
              <a:off x="0" y="0"/>
              <a:ext cx="594741" cy="594741"/>
            </a:xfrm>
            <a:custGeom>
              <a:avLst/>
              <a:gdLst/>
              <a:ahLst/>
              <a:cxnLst/>
              <a:rect r="r" b="b" t="t" l="l"/>
              <a:pathLst>
                <a:path h="594741" w="594741">
                  <a:moveTo>
                    <a:pt x="0" y="297307"/>
                  </a:moveTo>
                  <a:cubicBezTo>
                    <a:pt x="0" y="133096"/>
                    <a:pt x="133096" y="0"/>
                    <a:pt x="297307" y="0"/>
                  </a:cubicBezTo>
                  <a:cubicBezTo>
                    <a:pt x="461518" y="0"/>
                    <a:pt x="594741" y="133096"/>
                    <a:pt x="594741" y="297307"/>
                  </a:cubicBezTo>
                  <a:cubicBezTo>
                    <a:pt x="594741" y="461518"/>
                    <a:pt x="461518" y="594741"/>
                    <a:pt x="297307" y="594741"/>
                  </a:cubicBezTo>
                  <a:cubicBezTo>
                    <a:pt x="133096" y="594741"/>
                    <a:pt x="0" y="461518"/>
                    <a:pt x="0" y="297307"/>
                  </a:cubicBezTo>
                  <a:close/>
                </a:path>
              </a:pathLst>
            </a:custGeom>
            <a:solidFill>
              <a:srgbClr val="FFFFFF"/>
            </a:solidFill>
            <a:ln w="25400" cap="sq">
              <a:solidFill>
                <a:srgbClr val="FFFFFF"/>
              </a:solidFill>
              <a:prstDash val="solid"/>
              <a:miter/>
            </a:ln>
          </p:spPr>
        </p:sp>
      </p:grpSp>
      <p:grpSp>
        <p:nvGrpSpPr>
          <p:cNvPr name="Group 71" id="71"/>
          <p:cNvGrpSpPr/>
          <p:nvPr/>
        </p:nvGrpSpPr>
        <p:grpSpPr>
          <a:xfrm rot="0">
            <a:off x="8686800" y="3438144"/>
            <a:ext cx="6217920" cy="585216"/>
            <a:chOff x="0" y="0"/>
            <a:chExt cx="8290560" cy="780288"/>
          </a:xfrm>
        </p:grpSpPr>
        <p:sp>
          <p:nvSpPr>
            <p:cNvPr name="Freeform 72" id="72"/>
            <p:cNvSpPr/>
            <p:nvPr/>
          </p:nvSpPr>
          <p:spPr>
            <a:xfrm flipH="false" flipV="false" rot="0">
              <a:off x="0" y="0"/>
              <a:ext cx="8290560" cy="780288"/>
            </a:xfrm>
            <a:custGeom>
              <a:avLst/>
              <a:gdLst/>
              <a:ahLst/>
              <a:cxnLst/>
              <a:rect r="r" b="b" t="t" l="l"/>
              <a:pathLst>
                <a:path h="780288" w="8290560">
                  <a:moveTo>
                    <a:pt x="0" y="0"/>
                  </a:moveTo>
                  <a:lnTo>
                    <a:pt x="8290560" y="0"/>
                  </a:lnTo>
                  <a:lnTo>
                    <a:pt x="8290560" y="780288"/>
                  </a:lnTo>
                  <a:lnTo>
                    <a:pt x="0" y="780288"/>
                  </a:lnTo>
                  <a:close/>
                </a:path>
              </a:pathLst>
            </a:custGeom>
            <a:blipFill>
              <a:blip r:embed="rId3">
                <a:alphaModFix amt="0"/>
              </a:blip>
              <a:stretch>
                <a:fillRect l="0" t="-157028" r="0" b="-157028"/>
              </a:stretch>
            </a:blipFill>
          </p:spPr>
        </p:sp>
        <p:sp>
          <p:nvSpPr>
            <p:cNvPr name="TextBox 73" id="73"/>
            <p:cNvSpPr txBox="true"/>
            <p:nvPr/>
          </p:nvSpPr>
          <p:spPr>
            <a:xfrm>
              <a:off x="0" y="-9525"/>
              <a:ext cx="8290560" cy="789813"/>
            </a:xfrm>
            <a:prstGeom prst="rect">
              <a:avLst/>
            </a:prstGeom>
          </p:spPr>
          <p:txBody>
            <a:bodyPr anchor="ctr" rtlCol="false" tIns="0" lIns="0" bIns="0" rIns="0"/>
            <a:lstStyle/>
            <a:p>
              <a:pPr algn="l">
                <a:lnSpc>
                  <a:spcPts val="3120"/>
                </a:lnSpc>
              </a:pPr>
              <a:r>
                <a:rPr lang="en-US" sz="2600" b="true">
                  <a:solidFill>
                    <a:srgbClr val="1A1A1A"/>
                  </a:solidFill>
                  <a:latin typeface="Noto Sans Bold"/>
                  <a:ea typeface="Noto Sans Bold"/>
                  <a:cs typeface="Noto Sans Bold"/>
                  <a:sym typeface="Noto Sans Bold"/>
                </a:rPr>
                <a:t>LLM Judge 검수</a:t>
              </a:r>
            </a:p>
          </p:txBody>
        </p:sp>
      </p:grpSp>
      <p:grpSp>
        <p:nvGrpSpPr>
          <p:cNvPr name="Group 74" id="74"/>
          <p:cNvGrpSpPr/>
          <p:nvPr/>
        </p:nvGrpSpPr>
        <p:grpSpPr>
          <a:xfrm rot="0">
            <a:off x="8686800" y="4005072"/>
            <a:ext cx="6217920" cy="457200"/>
            <a:chOff x="0" y="0"/>
            <a:chExt cx="8290560" cy="609600"/>
          </a:xfrm>
        </p:grpSpPr>
        <p:sp>
          <p:nvSpPr>
            <p:cNvPr name="Freeform 75" id="75"/>
            <p:cNvSpPr/>
            <p:nvPr/>
          </p:nvSpPr>
          <p:spPr>
            <a:xfrm flipH="false" flipV="false" rot="0">
              <a:off x="0" y="0"/>
              <a:ext cx="8290560" cy="609600"/>
            </a:xfrm>
            <a:custGeom>
              <a:avLst/>
              <a:gdLst/>
              <a:ahLst/>
              <a:cxnLst/>
              <a:rect r="r" b="b" t="t" l="l"/>
              <a:pathLst>
                <a:path h="609600" w="8290560">
                  <a:moveTo>
                    <a:pt x="0" y="0"/>
                  </a:moveTo>
                  <a:lnTo>
                    <a:pt x="8290560" y="0"/>
                  </a:lnTo>
                  <a:lnTo>
                    <a:pt x="8290560" y="609600"/>
                  </a:lnTo>
                  <a:lnTo>
                    <a:pt x="0" y="609600"/>
                  </a:lnTo>
                  <a:close/>
                </a:path>
              </a:pathLst>
            </a:custGeom>
            <a:blipFill>
              <a:blip r:embed="rId3">
                <a:alphaModFix amt="0"/>
              </a:blip>
              <a:stretch>
                <a:fillRect l="0" t="-214996" r="0" b="-214996"/>
              </a:stretch>
            </a:blipFill>
          </p:spPr>
        </p:sp>
        <p:sp>
          <p:nvSpPr>
            <p:cNvPr name="TextBox 76" id="76"/>
            <p:cNvSpPr txBox="true"/>
            <p:nvPr/>
          </p:nvSpPr>
          <p:spPr>
            <a:xfrm>
              <a:off x="0" y="-9525"/>
              <a:ext cx="8290560" cy="619125"/>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답을 다시 보는 AI 채점관</a:t>
              </a:r>
            </a:p>
          </p:txBody>
        </p:sp>
      </p:grpSp>
      <p:grpSp>
        <p:nvGrpSpPr>
          <p:cNvPr name="Group 77" id="77"/>
          <p:cNvGrpSpPr/>
          <p:nvPr/>
        </p:nvGrpSpPr>
        <p:grpSpPr>
          <a:xfrm rot="0">
            <a:off x="14983463" y="3681479"/>
            <a:ext cx="1854203" cy="537467"/>
            <a:chOff x="0" y="0"/>
            <a:chExt cx="2472271" cy="716623"/>
          </a:xfrm>
        </p:grpSpPr>
        <p:sp>
          <p:nvSpPr>
            <p:cNvPr name="Freeform 78" id="78"/>
            <p:cNvSpPr/>
            <p:nvPr/>
          </p:nvSpPr>
          <p:spPr>
            <a:xfrm flipH="false" flipV="false" rot="0">
              <a:off x="0" y="0"/>
              <a:ext cx="2472182" cy="716534"/>
            </a:xfrm>
            <a:custGeom>
              <a:avLst/>
              <a:gdLst/>
              <a:ahLst/>
              <a:cxnLst/>
              <a:rect r="r" b="b" t="t" l="l"/>
              <a:pathLst>
                <a:path h="716534" w="2472182">
                  <a:moveTo>
                    <a:pt x="0" y="358267"/>
                  </a:moveTo>
                  <a:cubicBezTo>
                    <a:pt x="0" y="160401"/>
                    <a:pt x="160401" y="0"/>
                    <a:pt x="358267" y="0"/>
                  </a:cubicBezTo>
                  <a:lnTo>
                    <a:pt x="2113915" y="0"/>
                  </a:lnTo>
                  <a:cubicBezTo>
                    <a:pt x="2311781" y="0"/>
                    <a:pt x="2472182" y="160401"/>
                    <a:pt x="2472182" y="358267"/>
                  </a:cubicBezTo>
                  <a:cubicBezTo>
                    <a:pt x="2472182" y="556133"/>
                    <a:pt x="2311781" y="716534"/>
                    <a:pt x="2113915" y="716534"/>
                  </a:cubicBezTo>
                  <a:lnTo>
                    <a:pt x="358267" y="716534"/>
                  </a:lnTo>
                  <a:cubicBezTo>
                    <a:pt x="160401" y="716661"/>
                    <a:pt x="0" y="556260"/>
                    <a:pt x="0" y="358267"/>
                  </a:cubicBezTo>
                  <a:close/>
                </a:path>
              </a:pathLst>
            </a:custGeom>
            <a:solidFill>
              <a:srgbClr val="FDECEE"/>
            </a:solidFill>
            <a:ln w="25400" cap="sq">
              <a:solidFill>
                <a:srgbClr val="FDECEE"/>
              </a:solidFill>
              <a:prstDash val="solid"/>
              <a:miter/>
            </a:ln>
          </p:spPr>
        </p:sp>
      </p:grpSp>
      <p:grpSp>
        <p:nvGrpSpPr>
          <p:cNvPr name="Group 79" id="79"/>
          <p:cNvGrpSpPr/>
          <p:nvPr/>
        </p:nvGrpSpPr>
        <p:grpSpPr>
          <a:xfrm rot="0">
            <a:off x="14996160" y="3694176"/>
            <a:ext cx="1828800" cy="512064"/>
            <a:chOff x="0" y="0"/>
            <a:chExt cx="2438400" cy="682752"/>
          </a:xfrm>
        </p:grpSpPr>
        <p:sp>
          <p:nvSpPr>
            <p:cNvPr name="Freeform 80" id="80"/>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81" id="81"/>
            <p:cNvSpPr txBox="true"/>
            <p:nvPr/>
          </p:nvSpPr>
          <p:spPr>
            <a:xfrm>
              <a:off x="0" y="9525"/>
              <a:ext cx="2438400" cy="673227"/>
            </a:xfrm>
            <a:prstGeom prst="rect">
              <a:avLst/>
            </a:prstGeom>
          </p:spPr>
          <p:txBody>
            <a:bodyPr anchor="ctr" rtlCol="false" tIns="0" lIns="0" bIns="0" rIns="0"/>
            <a:lstStyle/>
            <a:p>
              <a:pPr algn="ctr">
                <a:lnSpc>
                  <a:spcPts val="2160"/>
                </a:lnSpc>
              </a:pPr>
              <a:r>
                <a:rPr lang="en-US" sz="1800" b="true">
                  <a:solidFill>
                    <a:srgbClr val="C8102E"/>
                  </a:solidFill>
                  <a:latin typeface="Noto Sans Bold"/>
                  <a:ea typeface="Noto Sans Bold"/>
                  <a:cs typeface="Noto Sans Bold"/>
                  <a:sym typeface="Noto Sans Bold"/>
                </a:rPr>
                <a:t>6단계</a:t>
              </a:r>
            </a:p>
          </p:txBody>
        </p:sp>
      </p:grpSp>
      <p:grpSp>
        <p:nvGrpSpPr>
          <p:cNvPr name="Group 82" id="82"/>
          <p:cNvGrpSpPr/>
          <p:nvPr/>
        </p:nvGrpSpPr>
        <p:grpSpPr>
          <a:xfrm rot="0">
            <a:off x="7028183" y="4815335"/>
            <a:ext cx="10175243" cy="1268987"/>
            <a:chOff x="0" y="0"/>
            <a:chExt cx="13566991" cy="1691983"/>
          </a:xfrm>
        </p:grpSpPr>
        <p:sp>
          <p:nvSpPr>
            <p:cNvPr name="Freeform 83" id="83"/>
            <p:cNvSpPr/>
            <p:nvPr/>
          </p:nvSpPr>
          <p:spPr>
            <a:xfrm flipH="false" flipV="false" rot="0">
              <a:off x="0" y="0"/>
              <a:ext cx="13566902" cy="1691894"/>
            </a:xfrm>
            <a:custGeom>
              <a:avLst/>
              <a:gdLst/>
              <a:ahLst/>
              <a:cxnLst/>
              <a:rect r="r" b="b" t="t" l="l"/>
              <a:pathLst>
                <a:path h="1691894" w="13566902">
                  <a:moveTo>
                    <a:pt x="0" y="497586"/>
                  </a:moveTo>
                  <a:cubicBezTo>
                    <a:pt x="0" y="222758"/>
                    <a:pt x="222758" y="0"/>
                    <a:pt x="497586" y="0"/>
                  </a:cubicBezTo>
                  <a:lnTo>
                    <a:pt x="13069317" y="0"/>
                  </a:lnTo>
                  <a:cubicBezTo>
                    <a:pt x="13344144" y="0"/>
                    <a:pt x="13566902" y="222758"/>
                    <a:pt x="13566902" y="497586"/>
                  </a:cubicBezTo>
                  <a:lnTo>
                    <a:pt x="13566902" y="1194308"/>
                  </a:lnTo>
                  <a:cubicBezTo>
                    <a:pt x="13566902" y="1469136"/>
                    <a:pt x="13344144" y="1691894"/>
                    <a:pt x="13069317" y="1691894"/>
                  </a:cubicBezTo>
                  <a:lnTo>
                    <a:pt x="497586" y="1691894"/>
                  </a:lnTo>
                  <a:cubicBezTo>
                    <a:pt x="222758" y="1692021"/>
                    <a:pt x="0" y="1469136"/>
                    <a:pt x="0" y="1194308"/>
                  </a:cubicBezTo>
                  <a:close/>
                </a:path>
              </a:pathLst>
            </a:custGeom>
            <a:solidFill>
              <a:srgbClr val="FFFFFF"/>
            </a:solidFill>
            <a:ln w="25400" cap="sq">
              <a:solidFill>
                <a:srgbClr val="E5E7EB"/>
              </a:solidFill>
              <a:prstDash val="solid"/>
              <a:miter/>
            </a:ln>
          </p:spPr>
        </p:sp>
      </p:grpSp>
      <p:grpSp>
        <p:nvGrpSpPr>
          <p:cNvPr name="Group 84" id="84"/>
          <p:cNvGrpSpPr/>
          <p:nvPr/>
        </p:nvGrpSpPr>
        <p:grpSpPr>
          <a:xfrm rot="0">
            <a:off x="7393943" y="5181095"/>
            <a:ext cx="939803" cy="537467"/>
            <a:chOff x="0" y="0"/>
            <a:chExt cx="1253071" cy="716623"/>
          </a:xfrm>
        </p:grpSpPr>
        <p:sp>
          <p:nvSpPr>
            <p:cNvPr name="Freeform 85" id="85"/>
            <p:cNvSpPr/>
            <p:nvPr/>
          </p:nvSpPr>
          <p:spPr>
            <a:xfrm flipH="false" flipV="false" rot="0">
              <a:off x="0" y="0"/>
              <a:ext cx="1253109" cy="716661"/>
            </a:xfrm>
            <a:custGeom>
              <a:avLst/>
              <a:gdLst/>
              <a:ahLst/>
              <a:cxnLst/>
              <a:rect r="r" b="b" t="t" l="l"/>
              <a:pathLst>
                <a:path h="716661" w="1253109">
                  <a:moveTo>
                    <a:pt x="0" y="358267"/>
                  </a:moveTo>
                  <a:cubicBezTo>
                    <a:pt x="0" y="160401"/>
                    <a:pt x="160401" y="0"/>
                    <a:pt x="358267" y="0"/>
                  </a:cubicBezTo>
                  <a:lnTo>
                    <a:pt x="894715" y="0"/>
                  </a:lnTo>
                  <a:cubicBezTo>
                    <a:pt x="1092708" y="0"/>
                    <a:pt x="1253109" y="160401"/>
                    <a:pt x="1253109" y="358267"/>
                  </a:cubicBezTo>
                  <a:cubicBezTo>
                    <a:pt x="1253109" y="556133"/>
                    <a:pt x="1092708" y="716661"/>
                    <a:pt x="894715" y="716661"/>
                  </a:cubicBezTo>
                  <a:lnTo>
                    <a:pt x="358267" y="716661"/>
                  </a:lnTo>
                  <a:cubicBezTo>
                    <a:pt x="160401" y="716661"/>
                    <a:pt x="0" y="556260"/>
                    <a:pt x="0" y="358267"/>
                  </a:cubicBezTo>
                  <a:close/>
                </a:path>
              </a:pathLst>
            </a:custGeom>
            <a:solidFill>
              <a:srgbClr val="C8102E"/>
            </a:solidFill>
            <a:ln w="25400" cap="sq">
              <a:solidFill>
                <a:srgbClr val="C8102E"/>
              </a:solidFill>
              <a:prstDash val="solid"/>
              <a:miter/>
            </a:ln>
          </p:spPr>
        </p:sp>
      </p:grpSp>
      <p:grpSp>
        <p:nvGrpSpPr>
          <p:cNvPr name="Group 86" id="86"/>
          <p:cNvGrpSpPr/>
          <p:nvPr/>
        </p:nvGrpSpPr>
        <p:grpSpPr>
          <a:xfrm rot="0">
            <a:off x="7832855" y="5226815"/>
            <a:ext cx="446027" cy="446027"/>
            <a:chOff x="0" y="0"/>
            <a:chExt cx="594703" cy="594703"/>
          </a:xfrm>
        </p:grpSpPr>
        <p:sp>
          <p:nvSpPr>
            <p:cNvPr name="Freeform 87" id="87"/>
            <p:cNvSpPr/>
            <p:nvPr/>
          </p:nvSpPr>
          <p:spPr>
            <a:xfrm flipH="false" flipV="false" rot="0">
              <a:off x="0" y="0"/>
              <a:ext cx="594741" cy="594741"/>
            </a:xfrm>
            <a:custGeom>
              <a:avLst/>
              <a:gdLst/>
              <a:ahLst/>
              <a:cxnLst/>
              <a:rect r="r" b="b" t="t" l="l"/>
              <a:pathLst>
                <a:path h="594741" w="594741">
                  <a:moveTo>
                    <a:pt x="0" y="297307"/>
                  </a:moveTo>
                  <a:cubicBezTo>
                    <a:pt x="0" y="133096"/>
                    <a:pt x="133096" y="0"/>
                    <a:pt x="297307" y="0"/>
                  </a:cubicBezTo>
                  <a:cubicBezTo>
                    <a:pt x="461518" y="0"/>
                    <a:pt x="594741" y="133096"/>
                    <a:pt x="594741" y="297307"/>
                  </a:cubicBezTo>
                  <a:cubicBezTo>
                    <a:pt x="594741" y="461518"/>
                    <a:pt x="461518" y="594741"/>
                    <a:pt x="297307" y="594741"/>
                  </a:cubicBezTo>
                  <a:cubicBezTo>
                    <a:pt x="133096" y="594741"/>
                    <a:pt x="0" y="461518"/>
                    <a:pt x="0" y="297307"/>
                  </a:cubicBezTo>
                  <a:close/>
                </a:path>
              </a:pathLst>
            </a:custGeom>
            <a:solidFill>
              <a:srgbClr val="FFFFFF"/>
            </a:solidFill>
            <a:ln w="25400" cap="sq">
              <a:solidFill>
                <a:srgbClr val="FFFFFF"/>
              </a:solidFill>
              <a:prstDash val="solid"/>
              <a:miter/>
            </a:ln>
          </p:spPr>
        </p:sp>
      </p:grpSp>
      <p:grpSp>
        <p:nvGrpSpPr>
          <p:cNvPr name="Group 88" id="88"/>
          <p:cNvGrpSpPr/>
          <p:nvPr/>
        </p:nvGrpSpPr>
        <p:grpSpPr>
          <a:xfrm rot="0">
            <a:off x="8686800" y="4937760"/>
            <a:ext cx="6217920" cy="585216"/>
            <a:chOff x="0" y="0"/>
            <a:chExt cx="8290560" cy="780288"/>
          </a:xfrm>
        </p:grpSpPr>
        <p:sp>
          <p:nvSpPr>
            <p:cNvPr name="Freeform 89" id="89"/>
            <p:cNvSpPr/>
            <p:nvPr/>
          </p:nvSpPr>
          <p:spPr>
            <a:xfrm flipH="false" flipV="false" rot="0">
              <a:off x="0" y="0"/>
              <a:ext cx="8290560" cy="780288"/>
            </a:xfrm>
            <a:custGeom>
              <a:avLst/>
              <a:gdLst/>
              <a:ahLst/>
              <a:cxnLst/>
              <a:rect r="r" b="b" t="t" l="l"/>
              <a:pathLst>
                <a:path h="780288" w="8290560">
                  <a:moveTo>
                    <a:pt x="0" y="0"/>
                  </a:moveTo>
                  <a:lnTo>
                    <a:pt x="8290560" y="0"/>
                  </a:lnTo>
                  <a:lnTo>
                    <a:pt x="8290560" y="780288"/>
                  </a:lnTo>
                  <a:lnTo>
                    <a:pt x="0" y="780288"/>
                  </a:lnTo>
                  <a:close/>
                </a:path>
              </a:pathLst>
            </a:custGeom>
            <a:blipFill>
              <a:blip r:embed="rId3">
                <a:alphaModFix amt="0"/>
              </a:blip>
              <a:stretch>
                <a:fillRect l="0" t="-157028" r="0" b="-157028"/>
              </a:stretch>
            </a:blipFill>
          </p:spPr>
        </p:sp>
        <p:sp>
          <p:nvSpPr>
            <p:cNvPr name="TextBox 90" id="90"/>
            <p:cNvSpPr txBox="true"/>
            <p:nvPr/>
          </p:nvSpPr>
          <p:spPr>
            <a:xfrm>
              <a:off x="0" y="-9525"/>
              <a:ext cx="8290560" cy="789813"/>
            </a:xfrm>
            <a:prstGeom prst="rect">
              <a:avLst/>
            </a:prstGeom>
          </p:spPr>
          <p:txBody>
            <a:bodyPr anchor="ctr" rtlCol="false" tIns="0" lIns="0" bIns="0" rIns="0"/>
            <a:lstStyle/>
            <a:p>
              <a:pPr algn="l">
                <a:lnSpc>
                  <a:spcPts val="3120"/>
                </a:lnSpc>
              </a:pPr>
              <a:r>
                <a:rPr lang="en-US" sz="2600" b="true">
                  <a:solidFill>
                    <a:srgbClr val="1A1A1A"/>
                  </a:solidFill>
                  <a:latin typeface="Noto Sans Bold"/>
                  <a:ea typeface="Noto Sans Bold"/>
                  <a:cs typeface="Noto Sans Bold"/>
                  <a:sym typeface="Noto Sans Bold"/>
                </a:rPr>
                <a:t>캐스케이드</a:t>
              </a:r>
            </a:p>
          </p:txBody>
        </p:sp>
      </p:grpSp>
      <p:grpSp>
        <p:nvGrpSpPr>
          <p:cNvPr name="Group 91" id="91"/>
          <p:cNvGrpSpPr/>
          <p:nvPr/>
        </p:nvGrpSpPr>
        <p:grpSpPr>
          <a:xfrm rot="0">
            <a:off x="8686800" y="5504688"/>
            <a:ext cx="6217920" cy="457200"/>
            <a:chOff x="0" y="0"/>
            <a:chExt cx="8290560" cy="609600"/>
          </a:xfrm>
        </p:grpSpPr>
        <p:sp>
          <p:nvSpPr>
            <p:cNvPr name="Freeform 92" id="92"/>
            <p:cNvSpPr/>
            <p:nvPr/>
          </p:nvSpPr>
          <p:spPr>
            <a:xfrm flipH="false" flipV="false" rot="0">
              <a:off x="0" y="0"/>
              <a:ext cx="8290560" cy="609600"/>
            </a:xfrm>
            <a:custGeom>
              <a:avLst/>
              <a:gdLst/>
              <a:ahLst/>
              <a:cxnLst/>
              <a:rect r="r" b="b" t="t" l="l"/>
              <a:pathLst>
                <a:path h="609600" w="8290560">
                  <a:moveTo>
                    <a:pt x="0" y="0"/>
                  </a:moveTo>
                  <a:lnTo>
                    <a:pt x="8290560" y="0"/>
                  </a:lnTo>
                  <a:lnTo>
                    <a:pt x="8290560" y="609600"/>
                  </a:lnTo>
                  <a:lnTo>
                    <a:pt x="0" y="609600"/>
                  </a:lnTo>
                  <a:close/>
                </a:path>
              </a:pathLst>
            </a:custGeom>
            <a:blipFill>
              <a:blip r:embed="rId3">
                <a:alphaModFix amt="0"/>
              </a:blip>
              <a:stretch>
                <a:fillRect l="0" t="-214996" r="0" b="-214996"/>
              </a:stretch>
            </a:blipFill>
          </p:spPr>
        </p:sp>
        <p:sp>
          <p:nvSpPr>
            <p:cNvPr name="TextBox 93" id="93"/>
            <p:cNvSpPr txBox="true"/>
            <p:nvPr/>
          </p:nvSpPr>
          <p:spPr>
            <a:xfrm>
              <a:off x="0" y="-9525"/>
              <a:ext cx="8290560" cy="619125"/>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신입 먼저, 막히면 선배</a:t>
              </a:r>
            </a:p>
          </p:txBody>
        </p:sp>
      </p:grpSp>
      <p:grpSp>
        <p:nvGrpSpPr>
          <p:cNvPr name="Group 94" id="94"/>
          <p:cNvGrpSpPr/>
          <p:nvPr/>
        </p:nvGrpSpPr>
        <p:grpSpPr>
          <a:xfrm rot="0">
            <a:off x="14983463" y="5181095"/>
            <a:ext cx="1854203" cy="537467"/>
            <a:chOff x="0" y="0"/>
            <a:chExt cx="2472271" cy="716623"/>
          </a:xfrm>
        </p:grpSpPr>
        <p:sp>
          <p:nvSpPr>
            <p:cNvPr name="Freeform 95" id="95"/>
            <p:cNvSpPr/>
            <p:nvPr/>
          </p:nvSpPr>
          <p:spPr>
            <a:xfrm flipH="false" flipV="false" rot="0">
              <a:off x="0" y="0"/>
              <a:ext cx="2472182" cy="716534"/>
            </a:xfrm>
            <a:custGeom>
              <a:avLst/>
              <a:gdLst/>
              <a:ahLst/>
              <a:cxnLst/>
              <a:rect r="r" b="b" t="t" l="l"/>
              <a:pathLst>
                <a:path h="716534" w="2472182">
                  <a:moveTo>
                    <a:pt x="0" y="358267"/>
                  </a:moveTo>
                  <a:cubicBezTo>
                    <a:pt x="0" y="160401"/>
                    <a:pt x="160401" y="0"/>
                    <a:pt x="358267" y="0"/>
                  </a:cubicBezTo>
                  <a:lnTo>
                    <a:pt x="2113915" y="0"/>
                  </a:lnTo>
                  <a:cubicBezTo>
                    <a:pt x="2311781" y="0"/>
                    <a:pt x="2472182" y="160401"/>
                    <a:pt x="2472182" y="358267"/>
                  </a:cubicBezTo>
                  <a:cubicBezTo>
                    <a:pt x="2472182" y="556133"/>
                    <a:pt x="2311781" y="716534"/>
                    <a:pt x="2113915" y="716534"/>
                  </a:cubicBezTo>
                  <a:lnTo>
                    <a:pt x="358267" y="716534"/>
                  </a:lnTo>
                  <a:cubicBezTo>
                    <a:pt x="160401" y="716661"/>
                    <a:pt x="0" y="556260"/>
                    <a:pt x="0" y="358267"/>
                  </a:cubicBezTo>
                  <a:close/>
                </a:path>
              </a:pathLst>
            </a:custGeom>
            <a:solidFill>
              <a:srgbClr val="FDECEE"/>
            </a:solidFill>
            <a:ln w="25400" cap="sq">
              <a:solidFill>
                <a:srgbClr val="FDECEE"/>
              </a:solidFill>
              <a:prstDash val="solid"/>
              <a:miter/>
            </a:ln>
          </p:spPr>
        </p:sp>
      </p:grpSp>
      <p:grpSp>
        <p:nvGrpSpPr>
          <p:cNvPr name="Group 96" id="96"/>
          <p:cNvGrpSpPr/>
          <p:nvPr/>
        </p:nvGrpSpPr>
        <p:grpSpPr>
          <a:xfrm rot="0">
            <a:off x="14996160" y="5193792"/>
            <a:ext cx="1828800" cy="512064"/>
            <a:chOff x="0" y="0"/>
            <a:chExt cx="2438400" cy="682752"/>
          </a:xfrm>
        </p:grpSpPr>
        <p:sp>
          <p:nvSpPr>
            <p:cNvPr name="Freeform 97" id="97"/>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98" id="98"/>
            <p:cNvSpPr txBox="true"/>
            <p:nvPr/>
          </p:nvSpPr>
          <p:spPr>
            <a:xfrm>
              <a:off x="0" y="9525"/>
              <a:ext cx="2438400" cy="673227"/>
            </a:xfrm>
            <a:prstGeom prst="rect">
              <a:avLst/>
            </a:prstGeom>
          </p:spPr>
          <p:txBody>
            <a:bodyPr anchor="ctr" rtlCol="false" tIns="0" lIns="0" bIns="0" rIns="0"/>
            <a:lstStyle/>
            <a:p>
              <a:pPr algn="ctr">
                <a:lnSpc>
                  <a:spcPts val="2160"/>
                </a:lnSpc>
              </a:pPr>
              <a:r>
                <a:rPr lang="en-US" sz="1800" b="true">
                  <a:solidFill>
                    <a:srgbClr val="C8102E"/>
                  </a:solidFill>
                  <a:latin typeface="Noto Sans Bold"/>
                  <a:ea typeface="Noto Sans Bold"/>
                  <a:cs typeface="Noto Sans Bold"/>
                  <a:sym typeface="Noto Sans Bold"/>
                </a:rPr>
                <a:t>5단계</a:t>
              </a:r>
            </a:p>
          </p:txBody>
        </p:sp>
      </p:grpSp>
      <p:grpSp>
        <p:nvGrpSpPr>
          <p:cNvPr name="Group 99" id="99"/>
          <p:cNvGrpSpPr/>
          <p:nvPr/>
        </p:nvGrpSpPr>
        <p:grpSpPr>
          <a:xfrm rot="0">
            <a:off x="7028183" y="6314951"/>
            <a:ext cx="10175243" cy="1268987"/>
            <a:chOff x="0" y="0"/>
            <a:chExt cx="13566991" cy="1691983"/>
          </a:xfrm>
        </p:grpSpPr>
        <p:sp>
          <p:nvSpPr>
            <p:cNvPr name="Freeform 100" id="100"/>
            <p:cNvSpPr/>
            <p:nvPr/>
          </p:nvSpPr>
          <p:spPr>
            <a:xfrm flipH="false" flipV="false" rot="0">
              <a:off x="0" y="0"/>
              <a:ext cx="13566902" cy="1691894"/>
            </a:xfrm>
            <a:custGeom>
              <a:avLst/>
              <a:gdLst/>
              <a:ahLst/>
              <a:cxnLst/>
              <a:rect r="r" b="b" t="t" l="l"/>
              <a:pathLst>
                <a:path h="1691894" w="13566902">
                  <a:moveTo>
                    <a:pt x="0" y="497586"/>
                  </a:moveTo>
                  <a:cubicBezTo>
                    <a:pt x="0" y="222758"/>
                    <a:pt x="222758" y="0"/>
                    <a:pt x="497586" y="0"/>
                  </a:cubicBezTo>
                  <a:lnTo>
                    <a:pt x="13069317" y="0"/>
                  </a:lnTo>
                  <a:cubicBezTo>
                    <a:pt x="13344144" y="0"/>
                    <a:pt x="13566902" y="222758"/>
                    <a:pt x="13566902" y="497586"/>
                  </a:cubicBezTo>
                  <a:lnTo>
                    <a:pt x="13566902" y="1194308"/>
                  </a:lnTo>
                  <a:cubicBezTo>
                    <a:pt x="13566902" y="1469136"/>
                    <a:pt x="13344144" y="1691894"/>
                    <a:pt x="13069317" y="1691894"/>
                  </a:cubicBezTo>
                  <a:lnTo>
                    <a:pt x="497586" y="1691894"/>
                  </a:lnTo>
                  <a:cubicBezTo>
                    <a:pt x="222758" y="1692021"/>
                    <a:pt x="0" y="1469136"/>
                    <a:pt x="0" y="1194308"/>
                  </a:cubicBezTo>
                  <a:close/>
                </a:path>
              </a:pathLst>
            </a:custGeom>
            <a:solidFill>
              <a:srgbClr val="FFFFFF"/>
            </a:solidFill>
            <a:ln w="25400" cap="sq">
              <a:solidFill>
                <a:srgbClr val="E5E7EB"/>
              </a:solidFill>
              <a:prstDash val="solid"/>
              <a:miter/>
            </a:ln>
          </p:spPr>
        </p:sp>
      </p:grpSp>
      <p:grpSp>
        <p:nvGrpSpPr>
          <p:cNvPr name="Group 101" id="101"/>
          <p:cNvGrpSpPr/>
          <p:nvPr/>
        </p:nvGrpSpPr>
        <p:grpSpPr>
          <a:xfrm rot="0">
            <a:off x="7393943" y="6680711"/>
            <a:ext cx="939803" cy="537467"/>
            <a:chOff x="0" y="0"/>
            <a:chExt cx="1253071" cy="716623"/>
          </a:xfrm>
        </p:grpSpPr>
        <p:sp>
          <p:nvSpPr>
            <p:cNvPr name="Freeform 102" id="102"/>
            <p:cNvSpPr/>
            <p:nvPr/>
          </p:nvSpPr>
          <p:spPr>
            <a:xfrm flipH="false" flipV="false" rot="0">
              <a:off x="0" y="0"/>
              <a:ext cx="1253109" cy="716661"/>
            </a:xfrm>
            <a:custGeom>
              <a:avLst/>
              <a:gdLst/>
              <a:ahLst/>
              <a:cxnLst/>
              <a:rect r="r" b="b" t="t" l="l"/>
              <a:pathLst>
                <a:path h="716661" w="1253109">
                  <a:moveTo>
                    <a:pt x="0" y="358267"/>
                  </a:moveTo>
                  <a:cubicBezTo>
                    <a:pt x="0" y="160401"/>
                    <a:pt x="160401" y="0"/>
                    <a:pt x="358267" y="0"/>
                  </a:cubicBezTo>
                  <a:lnTo>
                    <a:pt x="894715" y="0"/>
                  </a:lnTo>
                  <a:cubicBezTo>
                    <a:pt x="1092708" y="0"/>
                    <a:pt x="1253109" y="160401"/>
                    <a:pt x="1253109" y="358267"/>
                  </a:cubicBezTo>
                  <a:cubicBezTo>
                    <a:pt x="1253109" y="556133"/>
                    <a:pt x="1092708" y="716661"/>
                    <a:pt x="894715" y="716661"/>
                  </a:cubicBezTo>
                  <a:lnTo>
                    <a:pt x="358267" y="716661"/>
                  </a:lnTo>
                  <a:cubicBezTo>
                    <a:pt x="160401" y="716661"/>
                    <a:pt x="0" y="556260"/>
                    <a:pt x="0" y="358267"/>
                  </a:cubicBezTo>
                  <a:close/>
                </a:path>
              </a:pathLst>
            </a:custGeom>
            <a:solidFill>
              <a:srgbClr val="C8102E"/>
            </a:solidFill>
            <a:ln w="25400" cap="sq">
              <a:solidFill>
                <a:srgbClr val="C8102E"/>
              </a:solidFill>
              <a:prstDash val="solid"/>
              <a:miter/>
            </a:ln>
          </p:spPr>
        </p:sp>
      </p:grpSp>
      <p:grpSp>
        <p:nvGrpSpPr>
          <p:cNvPr name="Group 103" id="103"/>
          <p:cNvGrpSpPr/>
          <p:nvPr/>
        </p:nvGrpSpPr>
        <p:grpSpPr>
          <a:xfrm rot="0">
            <a:off x="7832855" y="6726431"/>
            <a:ext cx="446027" cy="446027"/>
            <a:chOff x="0" y="0"/>
            <a:chExt cx="594703" cy="594703"/>
          </a:xfrm>
        </p:grpSpPr>
        <p:sp>
          <p:nvSpPr>
            <p:cNvPr name="Freeform 104" id="104"/>
            <p:cNvSpPr/>
            <p:nvPr/>
          </p:nvSpPr>
          <p:spPr>
            <a:xfrm flipH="false" flipV="false" rot="0">
              <a:off x="0" y="0"/>
              <a:ext cx="594741" cy="594741"/>
            </a:xfrm>
            <a:custGeom>
              <a:avLst/>
              <a:gdLst/>
              <a:ahLst/>
              <a:cxnLst/>
              <a:rect r="r" b="b" t="t" l="l"/>
              <a:pathLst>
                <a:path h="594741" w="594741">
                  <a:moveTo>
                    <a:pt x="0" y="297307"/>
                  </a:moveTo>
                  <a:cubicBezTo>
                    <a:pt x="0" y="133096"/>
                    <a:pt x="133096" y="0"/>
                    <a:pt x="297307" y="0"/>
                  </a:cubicBezTo>
                  <a:cubicBezTo>
                    <a:pt x="461518" y="0"/>
                    <a:pt x="594741" y="133096"/>
                    <a:pt x="594741" y="297307"/>
                  </a:cubicBezTo>
                  <a:cubicBezTo>
                    <a:pt x="594741" y="461518"/>
                    <a:pt x="461518" y="594741"/>
                    <a:pt x="297307" y="594741"/>
                  </a:cubicBezTo>
                  <a:cubicBezTo>
                    <a:pt x="133096" y="594741"/>
                    <a:pt x="0" y="461518"/>
                    <a:pt x="0" y="297307"/>
                  </a:cubicBezTo>
                  <a:close/>
                </a:path>
              </a:pathLst>
            </a:custGeom>
            <a:solidFill>
              <a:srgbClr val="FFFFFF"/>
            </a:solidFill>
            <a:ln w="25400" cap="sq">
              <a:solidFill>
                <a:srgbClr val="FFFFFF"/>
              </a:solidFill>
              <a:prstDash val="solid"/>
              <a:miter/>
            </a:ln>
          </p:spPr>
        </p:sp>
      </p:grpSp>
      <p:grpSp>
        <p:nvGrpSpPr>
          <p:cNvPr name="Group 105" id="105"/>
          <p:cNvGrpSpPr/>
          <p:nvPr/>
        </p:nvGrpSpPr>
        <p:grpSpPr>
          <a:xfrm rot="0">
            <a:off x="8686800" y="6437376"/>
            <a:ext cx="6217920" cy="585216"/>
            <a:chOff x="0" y="0"/>
            <a:chExt cx="8290560" cy="780288"/>
          </a:xfrm>
        </p:grpSpPr>
        <p:sp>
          <p:nvSpPr>
            <p:cNvPr name="Freeform 106" id="106"/>
            <p:cNvSpPr/>
            <p:nvPr/>
          </p:nvSpPr>
          <p:spPr>
            <a:xfrm flipH="false" flipV="false" rot="0">
              <a:off x="0" y="0"/>
              <a:ext cx="8290560" cy="780288"/>
            </a:xfrm>
            <a:custGeom>
              <a:avLst/>
              <a:gdLst/>
              <a:ahLst/>
              <a:cxnLst/>
              <a:rect r="r" b="b" t="t" l="l"/>
              <a:pathLst>
                <a:path h="780288" w="8290560">
                  <a:moveTo>
                    <a:pt x="0" y="0"/>
                  </a:moveTo>
                  <a:lnTo>
                    <a:pt x="8290560" y="0"/>
                  </a:lnTo>
                  <a:lnTo>
                    <a:pt x="8290560" y="780288"/>
                  </a:lnTo>
                  <a:lnTo>
                    <a:pt x="0" y="780288"/>
                  </a:lnTo>
                  <a:close/>
                </a:path>
              </a:pathLst>
            </a:custGeom>
            <a:blipFill>
              <a:blip r:embed="rId3">
                <a:alphaModFix amt="0"/>
              </a:blip>
              <a:stretch>
                <a:fillRect l="0" t="-157028" r="0" b="-157028"/>
              </a:stretch>
            </a:blipFill>
          </p:spPr>
        </p:sp>
        <p:sp>
          <p:nvSpPr>
            <p:cNvPr name="TextBox 107" id="107"/>
            <p:cNvSpPr txBox="true"/>
            <p:nvPr/>
          </p:nvSpPr>
          <p:spPr>
            <a:xfrm>
              <a:off x="0" y="-9525"/>
              <a:ext cx="8290560" cy="789813"/>
            </a:xfrm>
            <a:prstGeom prst="rect">
              <a:avLst/>
            </a:prstGeom>
          </p:spPr>
          <p:txBody>
            <a:bodyPr anchor="ctr" rtlCol="false" tIns="0" lIns="0" bIns="0" rIns="0"/>
            <a:lstStyle/>
            <a:p>
              <a:pPr algn="l">
                <a:lnSpc>
                  <a:spcPts val="3120"/>
                </a:lnSpc>
              </a:pPr>
              <a:r>
                <a:rPr lang="en-US" sz="2600" b="true">
                  <a:solidFill>
                    <a:srgbClr val="1A1A1A"/>
                  </a:solidFill>
                  <a:latin typeface="Noto Sans Bold"/>
                  <a:ea typeface="Noto Sans Bold"/>
                  <a:cs typeface="Noto Sans Bold"/>
                  <a:sym typeface="Noto Sans Bold"/>
                </a:rPr>
                <a:t>v2 보완</a:t>
              </a:r>
            </a:p>
          </p:txBody>
        </p:sp>
      </p:grpSp>
      <p:grpSp>
        <p:nvGrpSpPr>
          <p:cNvPr name="Group 108" id="108"/>
          <p:cNvGrpSpPr/>
          <p:nvPr/>
        </p:nvGrpSpPr>
        <p:grpSpPr>
          <a:xfrm rot="0">
            <a:off x="8686800" y="7004304"/>
            <a:ext cx="6217920" cy="457200"/>
            <a:chOff x="0" y="0"/>
            <a:chExt cx="8290560" cy="609600"/>
          </a:xfrm>
        </p:grpSpPr>
        <p:sp>
          <p:nvSpPr>
            <p:cNvPr name="Freeform 109" id="109"/>
            <p:cNvSpPr/>
            <p:nvPr/>
          </p:nvSpPr>
          <p:spPr>
            <a:xfrm flipH="false" flipV="false" rot="0">
              <a:off x="0" y="0"/>
              <a:ext cx="8290560" cy="609600"/>
            </a:xfrm>
            <a:custGeom>
              <a:avLst/>
              <a:gdLst/>
              <a:ahLst/>
              <a:cxnLst/>
              <a:rect r="r" b="b" t="t" l="l"/>
              <a:pathLst>
                <a:path h="609600" w="8290560">
                  <a:moveTo>
                    <a:pt x="0" y="0"/>
                  </a:moveTo>
                  <a:lnTo>
                    <a:pt x="8290560" y="0"/>
                  </a:lnTo>
                  <a:lnTo>
                    <a:pt x="8290560" y="609600"/>
                  </a:lnTo>
                  <a:lnTo>
                    <a:pt x="0" y="609600"/>
                  </a:lnTo>
                  <a:close/>
                </a:path>
              </a:pathLst>
            </a:custGeom>
            <a:blipFill>
              <a:blip r:embed="rId3">
                <a:alphaModFix amt="0"/>
              </a:blip>
              <a:stretch>
                <a:fillRect l="0" t="-214996" r="0" b="-214996"/>
              </a:stretch>
            </a:blipFill>
          </p:spPr>
        </p:sp>
        <p:sp>
          <p:nvSpPr>
            <p:cNvPr name="TextBox 110" id="110"/>
            <p:cNvSpPr txBox="true"/>
            <p:nvPr/>
          </p:nvSpPr>
          <p:spPr>
            <a:xfrm>
              <a:off x="0" y="-9525"/>
              <a:ext cx="8290560" cy="619125"/>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억지로 고르지 않기</a:t>
              </a:r>
            </a:p>
          </p:txBody>
        </p:sp>
      </p:grpSp>
      <p:grpSp>
        <p:nvGrpSpPr>
          <p:cNvPr name="Group 111" id="111"/>
          <p:cNvGrpSpPr/>
          <p:nvPr/>
        </p:nvGrpSpPr>
        <p:grpSpPr>
          <a:xfrm rot="0">
            <a:off x="14983463" y="6680711"/>
            <a:ext cx="1854203" cy="537467"/>
            <a:chOff x="0" y="0"/>
            <a:chExt cx="2472271" cy="716623"/>
          </a:xfrm>
        </p:grpSpPr>
        <p:sp>
          <p:nvSpPr>
            <p:cNvPr name="Freeform 112" id="112"/>
            <p:cNvSpPr/>
            <p:nvPr/>
          </p:nvSpPr>
          <p:spPr>
            <a:xfrm flipH="false" flipV="false" rot="0">
              <a:off x="0" y="0"/>
              <a:ext cx="2472182" cy="716534"/>
            </a:xfrm>
            <a:custGeom>
              <a:avLst/>
              <a:gdLst/>
              <a:ahLst/>
              <a:cxnLst/>
              <a:rect r="r" b="b" t="t" l="l"/>
              <a:pathLst>
                <a:path h="716534" w="2472182">
                  <a:moveTo>
                    <a:pt x="0" y="358267"/>
                  </a:moveTo>
                  <a:cubicBezTo>
                    <a:pt x="0" y="160401"/>
                    <a:pt x="160401" y="0"/>
                    <a:pt x="358267" y="0"/>
                  </a:cubicBezTo>
                  <a:lnTo>
                    <a:pt x="2113915" y="0"/>
                  </a:lnTo>
                  <a:cubicBezTo>
                    <a:pt x="2311781" y="0"/>
                    <a:pt x="2472182" y="160401"/>
                    <a:pt x="2472182" y="358267"/>
                  </a:cubicBezTo>
                  <a:cubicBezTo>
                    <a:pt x="2472182" y="556133"/>
                    <a:pt x="2311781" y="716534"/>
                    <a:pt x="2113915" y="716534"/>
                  </a:cubicBezTo>
                  <a:lnTo>
                    <a:pt x="358267" y="716534"/>
                  </a:lnTo>
                  <a:cubicBezTo>
                    <a:pt x="160401" y="716661"/>
                    <a:pt x="0" y="556260"/>
                    <a:pt x="0" y="358267"/>
                  </a:cubicBezTo>
                  <a:close/>
                </a:path>
              </a:pathLst>
            </a:custGeom>
            <a:solidFill>
              <a:srgbClr val="FDECEE"/>
            </a:solidFill>
            <a:ln w="25400" cap="sq">
              <a:solidFill>
                <a:srgbClr val="FDECEE"/>
              </a:solidFill>
              <a:prstDash val="solid"/>
              <a:miter/>
            </a:ln>
          </p:spPr>
        </p:sp>
      </p:grpSp>
      <p:grpSp>
        <p:nvGrpSpPr>
          <p:cNvPr name="Group 113" id="113"/>
          <p:cNvGrpSpPr/>
          <p:nvPr/>
        </p:nvGrpSpPr>
        <p:grpSpPr>
          <a:xfrm rot="0">
            <a:off x="14996160" y="6693408"/>
            <a:ext cx="1828800" cy="512064"/>
            <a:chOff x="0" y="0"/>
            <a:chExt cx="2438400" cy="682752"/>
          </a:xfrm>
        </p:grpSpPr>
        <p:sp>
          <p:nvSpPr>
            <p:cNvPr name="Freeform 114" id="114"/>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115" id="115"/>
            <p:cNvSpPr txBox="true"/>
            <p:nvPr/>
          </p:nvSpPr>
          <p:spPr>
            <a:xfrm>
              <a:off x="0" y="9525"/>
              <a:ext cx="2438400" cy="673227"/>
            </a:xfrm>
            <a:prstGeom prst="rect">
              <a:avLst/>
            </a:prstGeom>
          </p:spPr>
          <p:txBody>
            <a:bodyPr anchor="ctr" rtlCol="false" tIns="0" lIns="0" bIns="0" rIns="0"/>
            <a:lstStyle/>
            <a:p>
              <a:pPr algn="ctr">
                <a:lnSpc>
                  <a:spcPts val="2160"/>
                </a:lnSpc>
              </a:pPr>
              <a:r>
                <a:rPr lang="en-US" sz="1800" b="true">
                  <a:solidFill>
                    <a:srgbClr val="C8102E"/>
                  </a:solidFill>
                  <a:latin typeface="Noto Sans Bold"/>
                  <a:ea typeface="Noto Sans Bold"/>
                  <a:cs typeface="Noto Sans Bold"/>
                  <a:sym typeface="Noto Sans Bold"/>
                </a:rPr>
                <a:t>3·6단계</a:t>
              </a:r>
            </a:p>
          </p:txBody>
        </p:sp>
      </p:grpSp>
      <p:grpSp>
        <p:nvGrpSpPr>
          <p:cNvPr name="Group 116" id="116"/>
          <p:cNvGrpSpPr/>
          <p:nvPr/>
        </p:nvGrpSpPr>
        <p:grpSpPr>
          <a:xfrm rot="0">
            <a:off x="7028183" y="7814567"/>
            <a:ext cx="10175243" cy="1268987"/>
            <a:chOff x="0" y="0"/>
            <a:chExt cx="13566991" cy="1691983"/>
          </a:xfrm>
        </p:grpSpPr>
        <p:sp>
          <p:nvSpPr>
            <p:cNvPr name="Freeform 117" id="117"/>
            <p:cNvSpPr/>
            <p:nvPr/>
          </p:nvSpPr>
          <p:spPr>
            <a:xfrm flipH="false" flipV="false" rot="0">
              <a:off x="0" y="0"/>
              <a:ext cx="13566902" cy="1691894"/>
            </a:xfrm>
            <a:custGeom>
              <a:avLst/>
              <a:gdLst/>
              <a:ahLst/>
              <a:cxnLst/>
              <a:rect r="r" b="b" t="t" l="l"/>
              <a:pathLst>
                <a:path h="1691894" w="13566902">
                  <a:moveTo>
                    <a:pt x="0" y="497586"/>
                  </a:moveTo>
                  <a:cubicBezTo>
                    <a:pt x="0" y="222758"/>
                    <a:pt x="222758" y="0"/>
                    <a:pt x="497586" y="0"/>
                  </a:cubicBezTo>
                  <a:lnTo>
                    <a:pt x="13069317" y="0"/>
                  </a:lnTo>
                  <a:cubicBezTo>
                    <a:pt x="13344144" y="0"/>
                    <a:pt x="13566902" y="222758"/>
                    <a:pt x="13566902" y="497586"/>
                  </a:cubicBezTo>
                  <a:lnTo>
                    <a:pt x="13566902" y="1194308"/>
                  </a:lnTo>
                  <a:cubicBezTo>
                    <a:pt x="13566902" y="1469136"/>
                    <a:pt x="13344144" y="1691894"/>
                    <a:pt x="13069317" y="1691894"/>
                  </a:cubicBezTo>
                  <a:lnTo>
                    <a:pt x="497586" y="1691894"/>
                  </a:lnTo>
                  <a:cubicBezTo>
                    <a:pt x="222758" y="1692021"/>
                    <a:pt x="0" y="1469136"/>
                    <a:pt x="0" y="1194308"/>
                  </a:cubicBezTo>
                  <a:close/>
                </a:path>
              </a:pathLst>
            </a:custGeom>
            <a:solidFill>
              <a:srgbClr val="FFFFFF"/>
            </a:solidFill>
            <a:ln w="25400" cap="sq">
              <a:solidFill>
                <a:srgbClr val="E5E7EB"/>
              </a:solidFill>
              <a:prstDash val="solid"/>
              <a:miter/>
            </a:ln>
          </p:spPr>
        </p:sp>
      </p:grpSp>
      <p:grpSp>
        <p:nvGrpSpPr>
          <p:cNvPr name="Group 118" id="118"/>
          <p:cNvGrpSpPr/>
          <p:nvPr/>
        </p:nvGrpSpPr>
        <p:grpSpPr>
          <a:xfrm rot="0">
            <a:off x="7393943" y="8180327"/>
            <a:ext cx="939803" cy="537467"/>
            <a:chOff x="0" y="0"/>
            <a:chExt cx="1253071" cy="716623"/>
          </a:xfrm>
        </p:grpSpPr>
        <p:sp>
          <p:nvSpPr>
            <p:cNvPr name="Freeform 119" id="119"/>
            <p:cNvSpPr/>
            <p:nvPr/>
          </p:nvSpPr>
          <p:spPr>
            <a:xfrm flipH="false" flipV="false" rot="0">
              <a:off x="0" y="0"/>
              <a:ext cx="1253109" cy="716661"/>
            </a:xfrm>
            <a:custGeom>
              <a:avLst/>
              <a:gdLst/>
              <a:ahLst/>
              <a:cxnLst/>
              <a:rect r="r" b="b" t="t" l="l"/>
              <a:pathLst>
                <a:path h="716661" w="1253109">
                  <a:moveTo>
                    <a:pt x="0" y="358267"/>
                  </a:moveTo>
                  <a:cubicBezTo>
                    <a:pt x="0" y="160401"/>
                    <a:pt x="160401" y="0"/>
                    <a:pt x="358267" y="0"/>
                  </a:cubicBezTo>
                  <a:lnTo>
                    <a:pt x="894715" y="0"/>
                  </a:lnTo>
                  <a:cubicBezTo>
                    <a:pt x="1092708" y="0"/>
                    <a:pt x="1253109" y="160401"/>
                    <a:pt x="1253109" y="358267"/>
                  </a:cubicBezTo>
                  <a:cubicBezTo>
                    <a:pt x="1253109" y="556133"/>
                    <a:pt x="1092708" y="716661"/>
                    <a:pt x="894715" y="716661"/>
                  </a:cubicBezTo>
                  <a:lnTo>
                    <a:pt x="358267" y="716661"/>
                  </a:lnTo>
                  <a:cubicBezTo>
                    <a:pt x="160401" y="716661"/>
                    <a:pt x="0" y="556260"/>
                    <a:pt x="0" y="358267"/>
                  </a:cubicBezTo>
                  <a:close/>
                </a:path>
              </a:pathLst>
            </a:custGeom>
            <a:solidFill>
              <a:srgbClr val="C8102E"/>
            </a:solidFill>
            <a:ln w="25400" cap="sq">
              <a:solidFill>
                <a:srgbClr val="C8102E"/>
              </a:solidFill>
              <a:prstDash val="solid"/>
              <a:miter/>
            </a:ln>
          </p:spPr>
        </p:sp>
      </p:grpSp>
      <p:grpSp>
        <p:nvGrpSpPr>
          <p:cNvPr name="Group 120" id="120"/>
          <p:cNvGrpSpPr/>
          <p:nvPr/>
        </p:nvGrpSpPr>
        <p:grpSpPr>
          <a:xfrm rot="0">
            <a:off x="7832855" y="8226047"/>
            <a:ext cx="446027" cy="446027"/>
            <a:chOff x="0" y="0"/>
            <a:chExt cx="594703" cy="594703"/>
          </a:xfrm>
        </p:grpSpPr>
        <p:sp>
          <p:nvSpPr>
            <p:cNvPr name="Freeform 121" id="121"/>
            <p:cNvSpPr/>
            <p:nvPr/>
          </p:nvSpPr>
          <p:spPr>
            <a:xfrm flipH="false" flipV="false" rot="0">
              <a:off x="0" y="0"/>
              <a:ext cx="594741" cy="594741"/>
            </a:xfrm>
            <a:custGeom>
              <a:avLst/>
              <a:gdLst/>
              <a:ahLst/>
              <a:cxnLst/>
              <a:rect r="r" b="b" t="t" l="l"/>
              <a:pathLst>
                <a:path h="594741" w="594741">
                  <a:moveTo>
                    <a:pt x="0" y="297307"/>
                  </a:moveTo>
                  <a:cubicBezTo>
                    <a:pt x="0" y="133096"/>
                    <a:pt x="133096" y="0"/>
                    <a:pt x="297307" y="0"/>
                  </a:cubicBezTo>
                  <a:cubicBezTo>
                    <a:pt x="461518" y="0"/>
                    <a:pt x="594741" y="133096"/>
                    <a:pt x="594741" y="297307"/>
                  </a:cubicBezTo>
                  <a:cubicBezTo>
                    <a:pt x="594741" y="461518"/>
                    <a:pt x="461518" y="594741"/>
                    <a:pt x="297307" y="594741"/>
                  </a:cubicBezTo>
                  <a:cubicBezTo>
                    <a:pt x="133096" y="594741"/>
                    <a:pt x="0" y="461518"/>
                    <a:pt x="0" y="297307"/>
                  </a:cubicBezTo>
                  <a:close/>
                </a:path>
              </a:pathLst>
            </a:custGeom>
            <a:solidFill>
              <a:srgbClr val="FFFFFF"/>
            </a:solidFill>
            <a:ln w="25400" cap="sq">
              <a:solidFill>
                <a:srgbClr val="FFFFFF"/>
              </a:solidFill>
              <a:prstDash val="solid"/>
              <a:miter/>
            </a:ln>
          </p:spPr>
        </p:sp>
      </p:grpSp>
      <p:grpSp>
        <p:nvGrpSpPr>
          <p:cNvPr name="Group 122" id="122"/>
          <p:cNvGrpSpPr/>
          <p:nvPr/>
        </p:nvGrpSpPr>
        <p:grpSpPr>
          <a:xfrm rot="0">
            <a:off x="8686800" y="7936992"/>
            <a:ext cx="6217920" cy="585216"/>
            <a:chOff x="0" y="0"/>
            <a:chExt cx="8290560" cy="780288"/>
          </a:xfrm>
        </p:grpSpPr>
        <p:sp>
          <p:nvSpPr>
            <p:cNvPr name="Freeform 123" id="123"/>
            <p:cNvSpPr/>
            <p:nvPr/>
          </p:nvSpPr>
          <p:spPr>
            <a:xfrm flipH="false" flipV="false" rot="0">
              <a:off x="0" y="0"/>
              <a:ext cx="8290560" cy="780288"/>
            </a:xfrm>
            <a:custGeom>
              <a:avLst/>
              <a:gdLst/>
              <a:ahLst/>
              <a:cxnLst/>
              <a:rect r="r" b="b" t="t" l="l"/>
              <a:pathLst>
                <a:path h="780288" w="8290560">
                  <a:moveTo>
                    <a:pt x="0" y="0"/>
                  </a:moveTo>
                  <a:lnTo>
                    <a:pt x="8290560" y="0"/>
                  </a:lnTo>
                  <a:lnTo>
                    <a:pt x="8290560" y="780288"/>
                  </a:lnTo>
                  <a:lnTo>
                    <a:pt x="0" y="780288"/>
                  </a:lnTo>
                  <a:close/>
                </a:path>
              </a:pathLst>
            </a:custGeom>
            <a:blipFill>
              <a:blip r:embed="rId3">
                <a:alphaModFix amt="0"/>
              </a:blip>
              <a:stretch>
                <a:fillRect l="0" t="-157028" r="0" b="-157028"/>
              </a:stretch>
            </a:blipFill>
          </p:spPr>
        </p:sp>
        <p:sp>
          <p:nvSpPr>
            <p:cNvPr name="TextBox 124" id="124"/>
            <p:cNvSpPr txBox="true"/>
            <p:nvPr/>
          </p:nvSpPr>
          <p:spPr>
            <a:xfrm>
              <a:off x="0" y="-9525"/>
              <a:ext cx="8290560" cy="789813"/>
            </a:xfrm>
            <a:prstGeom prst="rect">
              <a:avLst/>
            </a:prstGeom>
          </p:spPr>
          <p:txBody>
            <a:bodyPr anchor="ctr" rtlCol="false" tIns="0" lIns="0" bIns="0" rIns="0"/>
            <a:lstStyle/>
            <a:p>
              <a:pPr algn="l">
                <a:lnSpc>
                  <a:spcPts val="3120"/>
                </a:lnSpc>
              </a:pPr>
              <a:r>
                <a:rPr lang="en-US" sz="2600" b="true">
                  <a:solidFill>
                    <a:srgbClr val="1A1A1A"/>
                  </a:solidFill>
                  <a:latin typeface="Noto Sans Bold"/>
                  <a:ea typeface="Noto Sans Bold"/>
                  <a:cs typeface="Noto Sans Bold"/>
                  <a:sym typeface="Noto Sans Bold"/>
                </a:rPr>
                <a:t>비동기 · 도구 고장 허용</a:t>
              </a:r>
            </a:p>
          </p:txBody>
        </p:sp>
      </p:grpSp>
      <p:grpSp>
        <p:nvGrpSpPr>
          <p:cNvPr name="Group 125" id="125"/>
          <p:cNvGrpSpPr/>
          <p:nvPr/>
        </p:nvGrpSpPr>
        <p:grpSpPr>
          <a:xfrm rot="0">
            <a:off x="8686800" y="8503920"/>
            <a:ext cx="6217920" cy="457200"/>
            <a:chOff x="0" y="0"/>
            <a:chExt cx="8290560" cy="609600"/>
          </a:xfrm>
        </p:grpSpPr>
        <p:sp>
          <p:nvSpPr>
            <p:cNvPr name="Freeform 126" id="126"/>
            <p:cNvSpPr/>
            <p:nvPr/>
          </p:nvSpPr>
          <p:spPr>
            <a:xfrm flipH="false" flipV="false" rot="0">
              <a:off x="0" y="0"/>
              <a:ext cx="8290560" cy="609600"/>
            </a:xfrm>
            <a:custGeom>
              <a:avLst/>
              <a:gdLst/>
              <a:ahLst/>
              <a:cxnLst/>
              <a:rect r="r" b="b" t="t" l="l"/>
              <a:pathLst>
                <a:path h="609600" w="8290560">
                  <a:moveTo>
                    <a:pt x="0" y="0"/>
                  </a:moveTo>
                  <a:lnTo>
                    <a:pt x="8290560" y="0"/>
                  </a:lnTo>
                  <a:lnTo>
                    <a:pt x="8290560" y="609600"/>
                  </a:lnTo>
                  <a:lnTo>
                    <a:pt x="0" y="609600"/>
                  </a:lnTo>
                  <a:close/>
                </a:path>
              </a:pathLst>
            </a:custGeom>
            <a:blipFill>
              <a:blip r:embed="rId3">
                <a:alphaModFix amt="0"/>
              </a:blip>
              <a:stretch>
                <a:fillRect l="0" t="-214996" r="0" b="-214996"/>
              </a:stretch>
            </a:blipFill>
          </p:spPr>
        </p:sp>
        <p:sp>
          <p:nvSpPr>
            <p:cNvPr name="TextBox 127" id="127"/>
            <p:cNvSpPr txBox="true"/>
            <p:nvPr/>
          </p:nvSpPr>
          <p:spPr>
            <a:xfrm>
              <a:off x="0" y="-9525"/>
              <a:ext cx="8290560" cy="619125"/>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줄 안 세우고 동시에</a:t>
              </a:r>
            </a:p>
          </p:txBody>
        </p:sp>
      </p:grpSp>
      <p:grpSp>
        <p:nvGrpSpPr>
          <p:cNvPr name="Group 128" id="128"/>
          <p:cNvGrpSpPr/>
          <p:nvPr/>
        </p:nvGrpSpPr>
        <p:grpSpPr>
          <a:xfrm rot="0">
            <a:off x="14983463" y="8180327"/>
            <a:ext cx="1854203" cy="537467"/>
            <a:chOff x="0" y="0"/>
            <a:chExt cx="2472271" cy="716623"/>
          </a:xfrm>
        </p:grpSpPr>
        <p:sp>
          <p:nvSpPr>
            <p:cNvPr name="Freeform 129" id="129"/>
            <p:cNvSpPr/>
            <p:nvPr/>
          </p:nvSpPr>
          <p:spPr>
            <a:xfrm flipH="false" flipV="false" rot="0">
              <a:off x="0" y="0"/>
              <a:ext cx="2472182" cy="716534"/>
            </a:xfrm>
            <a:custGeom>
              <a:avLst/>
              <a:gdLst/>
              <a:ahLst/>
              <a:cxnLst/>
              <a:rect r="r" b="b" t="t" l="l"/>
              <a:pathLst>
                <a:path h="716534" w="2472182">
                  <a:moveTo>
                    <a:pt x="0" y="358267"/>
                  </a:moveTo>
                  <a:cubicBezTo>
                    <a:pt x="0" y="160401"/>
                    <a:pt x="160401" y="0"/>
                    <a:pt x="358267" y="0"/>
                  </a:cubicBezTo>
                  <a:lnTo>
                    <a:pt x="2113915" y="0"/>
                  </a:lnTo>
                  <a:cubicBezTo>
                    <a:pt x="2311781" y="0"/>
                    <a:pt x="2472182" y="160401"/>
                    <a:pt x="2472182" y="358267"/>
                  </a:cubicBezTo>
                  <a:cubicBezTo>
                    <a:pt x="2472182" y="556133"/>
                    <a:pt x="2311781" y="716534"/>
                    <a:pt x="2113915" y="716534"/>
                  </a:cubicBezTo>
                  <a:lnTo>
                    <a:pt x="358267" y="716534"/>
                  </a:lnTo>
                  <a:cubicBezTo>
                    <a:pt x="160401" y="716661"/>
                    <a:pt x="0" y="556260"/>
                    <a:pt x="0" y="358267"/>
                  </a:cubicBezTo>
                  <a:close/>
                </a:path>
              </a:pathLst>
            </a:custGeom>
            <a:solidFill>
              <a:srgbClr val="FDECEE"/>
            </a:solidFill>
            <a:ln w="25400" cap="sq">
              <a:solidFill>
                <a:srgbClr val="FDECEE"/>
              </a:solidFill>
              <a:prstDash val="solid"/>
              <a:miter/>
            </a:ln>
          </p:spPr>
        </p:sp>
      </p:grpSp>
      <p:grpSp>
        <p:nvGrpSpPr>
          <p:cNvPr name="Group 130" id="130"/>
          <p:cNvGrpSpPr/>
          <p:nvPr/>
        </p:nvGrpSpPr>
        <p:grpSpPr>
          <a:xfrm rot="0">
            <a:off x="14996160" y="8193024"/>
            <a:ext cx="1828800" cy="512064"/>
            <a:chOff x="0" y="0"/>
            <a:chExt cx="2438400" cy="682752"/>
          </a:xfrm>
        </p:grpSpPr>
        <p:sp>
          <p:nvSpPr>
            <p:cNvPr name="Freeform 131" id="131"/>
            <p:cNvSpPr/>
            <p:nvPr/>
          </p:nvSpPr>
          <p:spPr>
            <a:xfrm flipH="false" flipV="false" rot="0">
              <a:off x="0" y="0"/>
              <a:ext cx="2438400" cy="682752"/>
            </a:xfrm>
            <a:custGeom>
              <a:avLst/>
              <a:gdLst/>
              <a:ahLst/>
              <a:cxnLst/>
              <a:rect r="r" b="b" t="t" l="l"/>
              <a:pathLst>
                <a:path h="682752" w="2438400">
                  <a:moveTo>
                    <a:pt x="0" y="0"/>
                  </a:moveTo>
                  <a:lnTo>
                    <a:pt x="2438400" y="0"/>
                  </a:lnTo>
                  <a:lnTo>
                    <a:pt x="2438400" y="682752"/>
                  </a:lnTo>
                  <a:lnTo>
                    <a:pt x="0" y="682752"/>
                  </a:lnTo>
                  <a:close/>
                </a:path>
              </a:pathLst>
            </a:custGeom>
            <a:blipFill>
              <a:blip r:embed="rId3">
                <a:alphaModFix amt="0"/>
              </a:blip>
              <a:stretch>
                <a:fillRect l="0" t="-19589" r="0" b="-19589"/>
              </a:stretch>
            </a:blipFill>
          </p:spPr>
        </p:sp>
        <p:sp>
          <p:nvSpPr>
            <p:cNvPr name="TextBox 132" id="132"/>
            <p:cNvSpPr txBox="true"/>
            <p:nvPr/>
          </p:nvSpPr>
          <p:spPr>
            <a:xfrm>
              <a:off x="0" y="9525"/>
              <a:ext cx="2438400" cy="673227"/>
            </a:xfrm>
            <a:prstGeom prst="rect">
              <a:avLst/>
            </a:prstGeom>
          </p:spPr>
          <p:txBody>
            <a:bodyPr anchor="ctr" rtlCol="false" tIns="0" lIns="0" bIns="0" rIns="0"/>
            <a:lstStyle/>
            <a:p>
              <a:pPr algn="ctr">
                <a:lnSpc>
                  <a:spcPts val="2160"/>
                </a:lnSpc>
              </a:pPr>
              <a:r>
                <a:rPr lang="en-US" sz="1800" b="true">
                  <a:solidFill>
                    <a:srgbClr val="C8102E"/>
                  </a:solidFill>
                  <a:latin typeface="Noto Sans Bold"/>
                  <a:ea typeface="Noto Sans Bold"/>
                  <a:cs typeface="Noto Sans Bold"/>
                  <a:sym typeface="Noto Sans Bold"/>
                </a:rPr>
                <a:t>1~3단계</a:t>
              </a:r>
            </a:p>
          </p:txBody>
        </p:sp>
      </p:grpSp>
      <p:grpSp>
        <p:nvGrpSpPr>
          <p:cNvPr name="Group 133" id="133"/>
          <p:cNvGrpSpPr/>
          <p:nvPr/>
        </p:nvGrpSpPr>
        <p:grpSpPr>
          <a:xfrm rot="0">
            <a:off x="7040880" y="9144000"/>
            <a:ext cx="10149840" cy="457200"/>
            <a:chOff x="0" y="0"/>
            <a:chExt cx="13533120" cy="609600"/>
          </a:xfrm>
        </p:grpSpPr>
        <p:sp>
          <p:nvSpPr>
            <p:cNvPr name="Freeform 134" id="134"/>
            <p:cNvSpPr/>
            <p:nvPr/>
          </p:nvSpPr>
          <p:spPr>
            <a:xfrm flipH="false" flipV="false" rot="0">
              <a:off x="0" y="0"/>
              <a:ext cx="13533120" cy="609600"/>
            </a:xfrm>
            <a:custGeom>
              <a:avLst/>
              <a:gdLst/>
              <a:ahLst/>
              <a:cxnLst/>
              <a:rect r="r" b="b" t="t" l="l"/>
              <a:pathLst>
                <a:path h="609600" w="13533120">
                  <a:moveTo>
                    <a:pt x="0" y="0"/>
                  </a:moveTo>
                  <a:lnTo>
                    <a:pt x="13533120" y="0"/>
                  </a:lnTo>
                  <a:lnTo>
                    <a:pt x="13533120" y="609600"/>
                  </a:lnTo>
                  <a:lnTo>
                    <a:pt x="0" y="609600"/>
                  </a:lnTo>
                  <a:close/>
                </a:path>
              </a:pathLst>
            </a:custGeom>
            <a:blipFill>
              <a:blip r:embed="rId3">
                <a:alphaModFix amt="0"/>
              </a:blip>
              <a:stretch>
                <a:fillRect l="0" t="-382567" r="0" b="-382567"/>
              </a:stretch>
            </a:blipFill>
          </p:spPr>
        </p:sp>
        <p:sp>
          <p:nvSpPr>
            <p:cNvPr name="TextBox 135" id="135"/>
            <p:cNvSpPr txBox="true"/>
            <p:nvPr/>
          </p:nvSpPr>
          <p:spPr>
            <a:xfrm>
              <a:off x="0" y="9525"/>
              <a:ext cx="13533120" cy="600075"/>
            </a:xfrm>
            <a:prstGeom prst="rect">
              <a:avLst/>
            </a:prstGeom>
          </p:spPr>
          <p:txBody>
            <a:bodyPr anchor="ctr" rtlCol="false" tIns="0" lIns="0" bIns="0" rIns="0"/>
            <a:lstStyle/>
            <a:p>
              <a:pPr algn="r">
                <a:lnSpc>
                  <a:spcPts val="2160"/>
                </a:lnSpc>
              </a:pPr>
              <a:r>
                <a:rPr lang="en-US" sz="1800">
                  <a:solidFill>
                    <a:srgbClr val="6B7280"/>
                  </a:solidFill>
                  <a:latin typeface="Noto Sans"/>
                  <a:ea typeface="Noto Sans"/>
                  <a:cs typeface="Noto Sans"/>
                  <a:sym typeface="Noto Sans"/>
                </a:rPr>
                <a:t>원본은 그대로, 스위치로 켜고 끄기</a:t>
              </a:r>
            </a:p>
          </p:txBody>
        </p:sp>
      </p:grpSp>
      <p:sp>
        <p:nvSpPr>
          <p:cNvPr name="TextBox 136" id="136"/>
          <p:cNvSpPr txBox="true"/>
          <p:nvPr/>
        </p:nvSpPr>
        <p:spPr>
          <a:xfrm rot="0">
            <a:off x="1104900" y="1371600"/>
            <a:ext cx="5029200" cy="350520"/>
          </a:xfrm>
          <a:prstGeom prst="rect">
            <a:avLst/>
          </a:prstGeom>
        </p:spPr>
        <p:txBody>
          <a:bodyPr anchor="t" rtlCol="false" tIns="0" lIns="0" bIns="0" rIns="0">
            <a:spAutoFit/>
          </a:bodyPr>
          <a:lstStyle/>
          <a:p>
            <a:pPr algn="l">
              <a:lnSpc>
                <a:spcPts val="2729"/>
              </a:lnSpc>
            </a:pPr>
            <a:r>
              <a:rPr lang="en-US" sz="1950" b="true">
                <a:solidFill>
                  <a:srgbClr val="6B7280"/>
                </a:solidFill>
                <a:latin typeface="Arimo Bold"/>
                <a:ea typeface="Arimo Bold"/>
                <a:cs typeface="Arimo Bold"/>
                <a:sym typeface="Arimo Bold"/>
              </a:rPr>
              <a:t>에이전트가 일하는 순서 (1 → 6)</a:t>
            </a:r>
          </a:p>
        </p:txBody>
      </p:sp>
      <p:sp>
        <p:nvSpPr>
          <p:cNvPr name="TextBox 137" id="137"/>
          <p:cNvSpPr txBox="true"/>
          <p:nvPr/>
        </p:nvSpPr>
        <p:spPr>
          <a:xfrm rot="0">
            <a:off x="7048500" y="1371600"/>
            <a:ext cx="10134600" cy="350520"/>
          </a:xfrm>
          <a:prstGeom prst="rect">
            <a:avLst/>
          </a:prstGeom>
        </p:spPr>
        <p:txBody>
          <a:bodyPr anchor="t" rtlCol="false" tIns="0" lIns="0" bIns="0" rIns="0">
            <a:spAutoFit/>
          </a:bodyPr>
          <a:lstStyle/>
          <a:p>
            <a:pPr algn="l">
              <a:lnSpc>
                <a:spcPts val="2729"/>
              </a:lnSpc>
            </a:pPr>
            <a:r>
              <a:rPr lang="en-US" sz="1950" b="true">
                <a:solidFill>
                  <a:srgbClr val="6B7280"/>
                </a:solidFill>
                <a:latin typeface="Arimo Bold"/>
                <a:ea typeface="Arimo Bold"/>
                <a:cs typeface="Arimo Bold"/>
                <a:sym typeface="Arimo Bold"/>
              </a:rPr>
              <a:t>내가 붙인 스위치 (만든 순서) · 숫자 = 끼어드는 단계</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14400"/>
            <a:chOff x="0" y="0"/>
            <a:chExt cx="18288000" cy="1219200"/>
          </a:xfrm>
        </p:grpSpPr>
        <p:sp>
          <p:nvSpPr>
            <p:cNvPr name="Freeform 5" id="5"/>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6" id="6"/>
            <p:cNvSpPr txBox="true"/>
            <p:nvPr/>
          </p:nvSpPr>
          <p:spPr>
            <a:xfrm>
              <a:off x="0" y="9525"/>
              <a:ext cx="18288000" cy="1209675"/>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어떻게 증명했나요</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4</a:t>
              </a:r>
            </a:p>
          </p:txBody>
        </p:sp>
      </p:grpSp>
      <p:grpSp>
        <p:nvGrpSpPr>
          <p:cNvPr name="Group 13" id="13"/>
          <p:cNvGrpSpPr/>
          <p:nvPr/>
        </p:nvGrpSpPr>
        <p:grpSpPr>
          <a:xfrm rot="0">
            <a:off x="1084583" y="1998983"/>
            <a:ext cx="3591563" cy="3500123"/>
            <a:chOff x="0" y="0"/>
            <a:chExt cx="4788751" cy="4666831"/>
          </a:xfrm>
        </p:grpSpPr>
        <p:sp>
          <p:nvSpPr>
            <p:cNvPr name="Freeform 14" id="14"/>
            <p:cNvSpPr/>
            <p:nvPr/>
          </p:nvSpPr>
          <p:spPr>
            <a:xfrm flipH="false" flipV="false" rot="0">
              <a:off x="0" y="0"/>
              <a:ext cx="4788789" cy="4666869"/>
            </a:xfrm>
            <a:custGeom>
              <a:avLst/>
              <a:gdLst/>
              <a:ahLst/>
              <a:cxnLst/>
              <a:rect r="r" b="b" t="t" l="l"/>
              <a:pathLst>
                <a:path h="4666869" w="4788789">
                  <a:moveTo>
                    <a:pt x="0" y="540385"/>
                  </a:moveTo>
                  <a:cubicBezTo>
                    <a:pt x="0" y="241935"/>
                    <a:pt x="241935" y="0"/>
                    <a:pt x="540385" y="0"/>
                  </a:cubicBezTo>
                  <a:lnTo>
                    <a:pt x="4248404" y="0"/>
                  </a:lnTo>
                  <a:cubicBezTo>
                    <a:pt x="4546854" y="0"/>
                    <a:pt x="4788789" y="241935"/>
                    <a:pt x="4788789" y="540385"/>
                  </a:cubicBezTo>
                  <a:lnTo>
                    <a:pt x="4788789" y="4126484"/>
                  </a:lnTo>
                  <a:cubicBezTo>
                    <a:pt x="4788789" y="4424934"/>
                    <a:pt x="4546854" y="4666869"/>
                    <a:pt x="4248404" y="4666869"/>
                  </a:cubicBezTo>
                  <a:lnTo>
                    <a:pt x="540385" y="4666869"/>
                  </a:lnTo>
                  <a:cubicBezTo>
                    <a:pt x="241935" y="4666869"/>
                    <a:pt x="0" y="4424934"/>
                    <a:pt x="0" y="4126484"/>
                  </a:cubicBezTo>
                  <a:close/>
                </a:path>
              </a:pathLst>
            </a:custGeom>
            <a:solidFill>
              <a:srgbClr val="F4F4F5"/>
            </a:solidFill>
            <a:ln w="25400" cap="sq">
              <a:solidFill>
                <a:srgbClr val="F4F4F5"/>
              </a:solidFill>
              <a:prstDash val="solid"/>
              <a:miter/>
            </a:ln>
          </p:spPr>
        </p:sp>
      </p:grpSp>
      <p:grpSp>
        <p:nvGrpSpPr>
          <p:cNvPr name="Group 15" id="15"/>
          <p:cNvGrpSpPr/>
          <p:nvPr/>
        </p:nvGrpSpPr>
        <p:grpSpPr>
          <a:xfrm rot="0">
            <a:off x="1097280" y="2286000"/>
            <a:ext cx="3566160" cy="1920240"/>
            <a:chOff x="0" y="0"/>
            <a:chExt cx="4754880" cy="2560320"/>
          </a:xfrm>
        </p:grpSpPr>
        <p:sp>
          <p:nvSpPr>
            <p:cNvPr name="Freeform 16" id="16"/>
            <p:cNvSpPr/>
            <p:nvPr/>
          </p:nvSpPr>
          <p:spPr>
            <a:xfrm flipH="false" flipV="false" rot="0">
              <a:off x="0" y="0"/>
              <a:ext cx="4754880" cy="2560320"/>
            </a:xfrm>
            <a:custGeom>
              <a:avLst/>
              <a:gdLst/>
              <a:ahLst/>
              <a:cxnLst/>
              <a:rect r="r" b="b" t="t" l="l"/>
              <a:pathLst>
                <a:path h="2560320" w="4754880">
                  <a:moveTo>
                    <a:pt x="0" y="0"/>
                  </a:moveTo>
                  <a:lnTo>
                    <a:pt x="4754880" y="0"/>
                  </a:lnTo>
                  <a:lnTo>
                    <a:pt x="4754880" y="2560320"/>
                  </a:lnTo>
                  <a:lnTo>
                    <a:pt x="0" y="2560320"/>
                  </a:lnTo>
                  <a:close/>
                </a:path>
              </a:pathLst>
            </a:custGeom>
            <a:blipFill>
              <a:blip r:embed="rId3">
                <a:alphaModFix amt="0"/>
              </a:blip>
              <a:stretch>
                <a:fillRect l="-19086" t="0" r="-19086" b="0"/>
              </a:stretch>
            </a:blipFill>
          </p:spPr>
        </p:sp>
        <p:sp>
          <p:nvSpPr>
            <p:cNvPr name="TextBox 17" id="17"/>
            <p:cNvSpPr txBox="true"/>
            <p:nvPr/>
          </p:nvSpPr>
          <p:spPr>
            <a:xfrm>
              <a:off x="0" y="0"/>
              <a:ext cx="4754880" cy="2560320"/>
            </a:xfrm>
            <a:prstGeom prst="rect">
              <a:avLst/>
            </a:prstGeom>
          </p:spPr>
          <p:txBody>
            <a:bodyPr anchor="ctr" rtlCol="false" tIns="0" lIns="0" bIns="0" rIns="0"/>
            <a:lstStyle/>
            <a:p>
              <a:pPr algn="ctr">
                <a:lnSpc>
                  <a:spcPts val="12960"/>
                </a:lnSpc>
              </a:pPr>
              <a:r>
                <a:rPr lang="en-US" sz="10800" b="true">
                  <a:solidFill>
                    <a:srgbClr val="C8102E"/>
                  </a:solidFill>
                  <a:latin typeface="Noto Sans Bold"/>
                  <a:ea typeface="Noto Sans Bold"/>
                  <a:cs typeface="Noto Sans Bold"/>
                  <a:sym typeface="Noto Sans Bold"/>
                </a:rPr>
                <a:t>7</a:t>
              </a:r>
            </a:p>
          </p:txBody>
        </p:sp>
      </p:grpSp>
      <p:grpSp>
        <p:nvGrpSpPr>
          <p:cNvPr name="Group 18" id="18"/>
          <p:cNvGrpSpPr/>
          <p:nvPr/>
        </p:nvGrpSpPr>
        <p:grpSpPr>
          <a:xfrm rot="0">
            <a:off x="1097280" y="4297680"/>
            <a:ext cx="3566160" cy="731520"/>
            <a:chOff x="0" y="0"/>
            <a:chExt cx="4754880" cy="975360"/>
          </a:xfrm>
        </p:grpSpPr>
        <p:sp>
          <p:nvSpPr>
            <p:cNvPr name="Freeform 19" id="19"/>
            <p:cNvSpPr/>
            <p:nvPr/>
          </p:nvSpPr>
          <p:spPr>
            <a:xfrm flipH="false" flipV="false" rot="0">
              <a:off x="0" y="0"/>
              <a:ext cx="4754880" cy="975360"/>
            </a:xfrm>
            <a:custGeom>
              <a:avLst/>
              <a:gdLst/>
              <a:ahLst/>
              <a:cxnLst/>
              <a:rect r="r" b="b" t="t" l="l"/>
              <a:pathLst>
                <a:path h="975360" w="4754880">
                  <a:moveTo>
                    <a:pt x="0" y="0"/>
                  </a:moveTo>
                  <a:lnTo>
                    <a:pt x="4754880" y="0"/>
                  </a:lnTo>
                  <a:lnTo>
                    <a:pt x="4754880" y="975360"/>
                  </a:lnTo>
                  <a:lnTo>
                    <a:pt x="0" y="975360"/>
                  </a:lnTo>
                  <a:close/>
                </a:path>
              </a:pathLst>
            </a:custGeom>
            <a:blipFill>
              <a:blip r:embed="rId3">
                <a:alphaModFix amt="0"/>
              </a:blip>
              <a:stretch>
                <a:fillRect l="0" t="-44989" r="0" b="-44989"/>
              </a:stretch>
            </a:blipFill>
          </p:spPr>
        </p:sp>
        <p:sp>
          <p:nvSpPr>
            <p:cNvPr name="TextBox 20" id="20"/>
            <p:cNvSpPr txBox="true"/>
            <p:nvPr/>
          </p:nvSpPr>
          <p:spPr>
            <a:xfrm>
              <a:off x="0" y="-9525"/>
              <a:ext cx="4754880" cy="984885"/>
            </a:xfrm>
            <a:prstGeom prst="rect">
              <a:avLst/>
            </a:prstGeom>
          </p:spPr>
          <p:txBody>
            <a:bodyPr anchor="ctr" rtlCol="false" tIns="0" lIns="0" bIns="0" rIns="0"/>
            <a:lstStyle/>
            <a:p>
              <a:pPr algn="ctr">
                <a:lnSpc>
                  <a:spcPts val="3120"/>
                </a:lnSpc>
              </a:pPr>
              <a:r>
                <a:rPr lang="en-US" sz="2600" b="true">
                  <a:solidFill>
                    <a:srgbClr val="1A1A1A"/>
                  </a:solidFill>
                  <a:latin typeface="Noto Sans Bold"/>
                  <a:ea typeface="Noto Sans Bold"/>
                  <a:cs typeface="Noto Sans Bold"/>
                  <a:sym typeface="Noto Sans Bold"/>
                </a:rPr>
                <a:t>가지 버전</a:t>
              </a:r>
            </a:p>
          </p:txBody>
        </p:sp>
      </p:grpSp>
      <p:grpSp>
        <p:nvGrpSpPr>
          <p:cNvPr name="Group 21" id="21"/>
          <p:cNvGrpSpPr/>
          <p:nvPr/>
        </p:nvGrpSpPr>
        <p:grpSpPr>
          <a:xfrm rot="0">
            <a:off x="4663440" y="3200400"/>
            <a:ext cx="548640" cy="914400"/>
            <a:chOff x="0" y="0"/>
            <a:chExt cx="731520" cy="1219200"/>
          </a:xfrm>
        </p:grpSpPr>
        <p:sp>
          <p:nvSpPr>
            <p:cNvPr name="Freeform 22" id="22"/>
            <p:cNvSpPr/>
            <p:nvPr/>
          </p:nvSpPr>
          <p:spPr>
            <a:xfrm flipH="false" flipV="false" rot="0">
              <a:off x="0" y="0"/>
              <a:ext cx="731520" cy="1219200"/>
            </a:xfrm>
            <a:custGeom>
              <a:avLst/>
              <a:gdLst/>
              <a:ahLst/>
              <a:cxnLst/>
              <a:rect r="r" b="b" t="t" l="l"/>
              <a:pathLst>
                <a:path h="1219200" w="731520">
                  <a:moveTo>
                    <a:pt x="0" y="0"/>
                  </a:moveTo>
                  <a:lnTo>
                    <a:pt x="731520" y="0"/>
                  </a:lnTo>
                  <a:lnTo>
                    <a:pt x="731520" y="1219200"/>
                  </a:lnTo>
                  <a:lnTo>
                    <a:pt x="0" y="1219200"/>
                  </a:lnTo>
                  <a:close/>
                </a:path>
              </a:pathLst>
            </a:custGeom>
            <a:blipFill>
              <a:blip r:embed="rId3">
                <a:alphaModFix amt="0"/>
              </a:blip>
              <a:stretch>
                <a:fillRect l="-163839" t="0" r="-163839" b="0"/>
              </a:stretch>
            </a:blipFill>
          </p:spPr>
        </p:sp>
        <p:sp>
          <p:nvSpPr>
            <p:cNvPr name="TextBox 23" id="23"/>
            <p:cNvSpPr txBox="true"/>
            <p:nvPr/>
          </p:nvSpPr>
          <p:spPr>
            <a:xfrm>
              <a:off x="0" y="0"/>
              <a:ext cx="731520" cy="1219200"/>
            </a:xfrm>
            <a:prstGeom prst="rect">
              <a:avLst/>
            </a:prstGeom>
          </p:spPr>
          <p:txBody>
            <a:bodyPr anchor="ctr" rtlCol="false" tIns="0" lIns="0" bIns="0" rIns="0"/>
            <a:lstStyle/>
            <a:p>
              <a:pPr algn="ctr">
                <a:lnSpc>
                  <a:spcPts val="5280"/>
                </a:lnSpc>
              </a:pPr>
              <a:r>
                <a:rPr lang="en-US" sz="4400">
                  <a:solidFill>
                    <a:srgbClr val="6B7280"/>
                  </a:solidFill>
                  <a:latin typeface="Noto Sans"/>
                  <a:ea typeface="Noto Sans"/>
                  <a:cs typeface="Noto Sans"/>
                  <a:sym typeface="Noto Sans"/>
                </a:rPr>
                <a:t>×</a:t>
              </a:r>
            </a:p>
          </p:txBody>
        </p:sp>
      </p:grpSp>
      <p:grpSp>
        <p:nvGrpSpPr>
          <p:cNvPr name="Group 24" id="24"/>
          <p:cNvGrpSpPr/>
          <p:nvPr/>
        </p:nvGrpSpPr>
        <p:grpSpPr>
          <a:xfrm rot="0">
            <a:off x="5199383" y="1998983"/>
            <a:ext cx="3591563" cy="3500123"/>
            <a:chOff x="0" y="0"/>
            <a:chExt cx="4788751" cy="4666831"/>
          </a:xfrm>
        </p:grpSpPr>
        <p:sp>
          <p:nvSpPr>
            <p:cNvPr name="Freeform 25" id="25"/>
            <p:cNvSpPr/>
            <p:nvPr/>
          </p:nvSpPr>
          <p:spPr>
            <a:xfrm flipH="false" flipV="false" rot="0">
              <a:off x="0" y="0"/>
              <a:ext cx="4788789" cy="4666869"/>
            </a:xfrm>
            <a:custGeom>
              <a:avLst/>
              <a:gdLst/>
              <a:ahLst/>
              <a:cxnLst/>
              <a:rect r="r" b="b" t="t" l="l"/>
              <a:pathLst>
                <a:path h="4666869" w="4788789">
                  <a:moveTo>
                    <a:pt x="0" y="540385"/>
                  </a:moveTo>
                  <a:cubicBezTo>
                    <a:pt x="0" y="241935"/>
                    <a:pt x="241935" y="0"/>
                    <a:pt x="540385" y="0"/>
                  </a:cubicBezTo>
                  <a:lnTo>
                    <a:pt x="4248404" y="0"/>
                  </a:lnTo>
                  <a:cubicBezTo>
                    <a:pt x="4546854" y="0"/>
                    <a:pt x="4788789" y="241935"/>
                    <a:pt x="4788789" y="540385"/>
                  </a:cubicBezTo>
                  <a:lnTo>
                    <a:pt x="4788789" y="4126484"/>
                  </a:lnTo>
                  <a:cubicBezTo>
                    <a:pt x="4788789" y="4424934"/>
                    <a:pt x="4546854" y="4666869"/>
                    <a:pt x="4248404" y="4666869"/>
                  </a:cubicBezTo>
                  <a:lnTo>
                    <a:pt x="540385" y="4666869"/>
                  </a:lnTo>
                  <a:cubicBezTo>
                    <a:pt x="241935" y="4666869"/>
                    <a:pt x="0" y="4424934"/>
                    <a:pt x="0" y="4126484"/>
                  </a:cubicBezTo>
                  <a:close/>
                </a:path>
              </a:pathLst>
            </a:custGeom>
            <a:solidFill>
              <a:srgbClr val="F4F4F5"/>
            </a:solidFill>
            <a:ln w="25400" cap="sq">
              <a:solidFill>
                <a:srgbClr val="F4F4F5"/>
              </a:solidFill>
              <a:prstDash val="solid"/>
              <a:miter/>
            </a:ln>
          </p:spPr>
        </p:sp>
      </p:grpSp>
      <p:grpSp>
        <p:nvGrpSpPr>
          <p:cNvPr name="Group 26" id="26"/>
          <p:cNvGrpSpPr/>
          <p:nvPr/>
        </p:nvGrpSpPr>
        <p:grpSpPr>
          <a:xfrm rot="0">
            <a:off x="5212080" y="2286000"/>
            <a:ext cx="3566160" cy="1920240"/>
            <a:chOff x="0" y="0"/>
            <a:chExt cx="4754880" cy="2560320"/>
          </a:xfrm>
        </p:grpSpPr>
        <p:sp>
          <p:nvSpPr>
            <p:cNvPr name="Freeform 27" id="27"/>
            <p:cNvSpPr/>
            <p:nvPr/>
          </p:nvSpPr>
          <p:spPr>
            <a:xfrm flipH="false" flipV="false" rot="0">
              <a:off x="0" y="0"/>
              <a:ext cx="4754880" cy="2560320"/>
            </a:xfrm>
            <a:custGeom>
              <a:avLst/>
              <a:gdLst/>
              <a:ahLst/>
              <a:cxnLst/>
              <a:rect r="r" b="b" t="t" l="l"/>
              <a:pathLst>
                <a:path h="2560320" w="4754880">
                  <a:moveTo>
                    <a:pt x="0" y="0"/>
                  </a:moveTo>
                  <a:lnTo>
                    <a:pt x="4754880" y="0"/>
                  </a:lnTo>
                  <a:lnTo>
                    <a:pt x="4754880" y="2560320"/>
                  </a:lnTo>
                  <a:lnTo>
                    <a:pt x="0" y="2560320"/>
                  </a:lnTo>
                  <a:close/>
                </a:path>
              </a:pathLst>
            </a:custGeom>
            <a:blipFill>
              <a:blip r:embed="rId3">
                <a:alphaModFix amt="0"/>
              </a:blip>
              <a:stretch>
                <a:fillRect l="-19086" t="0" r="-19086" b="0"/>
              </a:stretch>
            </a:blipFill>
          </p:spPr>
        </p:sp>
        <p:sp>
          <p:nvSpPr>
            <p:cNvPr name="TextBox 28" id="28"/>
            <p:cNvSpPr txBox="true"/>
            <p:nvPr/>
          </p:nvSpPr>
          <p:spPr>
            <a:xfrm>
              <a:off x="0" y="0"/>
              <a:ext cx="4754880" cy="2560320"/>
            </a:xfrm>
            <a:prstGeom prst="rect">
              <a:avLst/>
            </a:prstGeom>
          </p:spPr>
          <p:txBody>
            <a:bodyPr anchor="ctr" rtlCol="false" tIns="0" lIns="0" bIns="0" rIns="0"/>
            <a:lstStyle/>
            <a:p>
              <a:pPr algn="ctr">
                <a:lnSpc>
                  <a:spcPts val="12960"/>
                </a:lnSpc>
              </a:pPr>
              <a:r>
                <a:rPr lang="en-US" sz="10800" b="true">
                  <a:solidFill>
                    <a:srgbClr val="C8102E"/>
                  </a:solidFill>
                  <a:latin typeface="Noto Sans Bold"/>
                  <a:ea typeface="Noto Sans Bold"/>
                  <a:cs typeface="Noto Sans Bold"/>
                  <a:sym typeface="Noto Sans Bold"/>
                </a:rPr>
                <a:t>36</a:t>
              </a:r>
            </a:p>
          </p:txBody>
        </p:sp>
      </p:grpSp>
      <p:grpSp>
        <p:nvGrpSpPr>
          <p:cNvPr name="Group 29" id="29"/>
          <p:cNvGrpSpPr/>
          <p:nvPr/>
        </p:nvGrpSpPr>
        <p:grpSpPr>
          <a:xfrm rot="0">
            <a:off x="5212080" y="4297680"/>
            <a:ext cx="3566160" cy="731520"/>
            <a:chOff x="0" y="0"/>
            <a:chExt cx="4754880" cy="975360"/>
          </a:xfrm>
        </p:grpSpPr>
        <p:sp>
          <p:nvSpPr>
            <p:cNvPr name="Freeform 30" id="30"/>
            <p:cNvSpPr/>
            <p:nvPr/>
          </p:nvSpPr>
          <p:spPr>
            <a:xfrm flipH="false" flipV="false" rot="0">
              <a:off x="0" y="0"/>
              <a:ext cx="4754880" cy="975360"/>
            </a:xfrm>
            <a:custGeom>
              <a:avLst/>
              <a:gdLst/>
              <a:ahLst/>
              <a:cxnLst/>
              <a:rect r="r" b="b" t="t" l="l"/>
              <a:pathLst>
                <a:path h="975360" w="4754880">
                  <a:moveTo>
                    <a:pt x="0" y="0"/>
                  </a:moveTo>
                  <a:lnTo>
                    <a:pt x="4754880" y="0"/>
                  </a:lnTo>
                  <a:lnTo>
                    <a:pt x="4754880" y="975360"/>
                  </a:lnTo>
                  <a:lnTo>
                    <a:pt x="0" y="975360"/>
                  </a:lnTo>
                  <a:close/>
                </a:path>
              </a:pathLst>
            </a:custGeom>
            <a:blipFill>
              <a:blip r:embed="rId3">
                <a:alphaModFix amt="0"/>
              </a:blip>
              <a:stretch>
                <a:fillRect l="0" t="-44989" r="0" b="-44989"/>
              </a:stretch>
            </a:blipFill>
          </p:spPr>
        </p:sp>
        <p:sp>
          <p:nvSpPr>
            <p:cNvPr name="TextBox 31" id="31"/>
            <p:cNvSpPr txBox="true"/>
            <p:nvPr/>
          </p:nvSpPr>
          <p:spPr>
            <a:xfrm>
              <a:off x="0" y="-9525"/>
              <a:ext cx="4754880" cy="984885"/>
            </a:xfrm>
            <a:prstGeom prst="rect">
              <a:avLst/>
            </a:prstGeom>
          </p:spPr>
          <p:txBody>
            <a:bodyPr anchor="ctr" rtlCol="false" tIns="0" lIns="0" bIns="0" rIns="0"/>
            <a:lstStyle/>
            <a:p>
              <a:pPr algn="ctr">
                <a:lnSpc>
                  <a:spcPts val="3120"/>
                </a:lnSpc>
              </a:pPr>
              <a:r>
                <a:rPr lang="en-US" sz="2600" b="true">
                  <a:solidFill>
                    <a:srgbClr val="1A1A1A"/>
                  </a:solidFill>
                  <a:latin typeface="Noto Sans Bold"/>
                  <a:ea typeface="Noto Sans Bold"/>
                  <a:cs typeface="Noto Sans Bold"/>
                  <a:sym typeface="Noto Sans Bold"/>
                </a:rPr>
                <a:t>안 본 문제</a:t>
              </a:r>
            </a:p>
          </p:txBody>
        </p:sp>
      </p:grpSp>
      <p:grpSp>
        <p:nvGrpSpPr>
          <p:cNvPr name="Group 32" id="32"/>
          <p:cNvGrpSpPr/>
          <p:nvPr/>
        </p:nvGrpSpPr>
        <p:grpSpPr>
          <a:xfrm rot="0">
            <a:off x="8778240" y="3200400"/>
            <a:ext cx="548640" cy="914400"/>
            <a:chOff x="0" y="0"/>
            <a:chExt cx="731520" cy="1219200"/>
          </a:xfrm>
        </p:grpSpPr>
        <p:sp>
          <p:nvSpPr>
            <p:cNvPr name="Freeform 33" id="33"/>
            <p:cNvSpPr/>
            <p:nvPr/>
          </p:nvSpPr>
          <p:spPr>
            <a:xfrm flipH="false" flipV="false" rot="0">
              <a:off x="0" y="0"/>
              <a:ext cx="731520" cy="1219200"/>
            </a:xfrm>
            <a:custGeom>
              <a:avLst/>
              <a:gdLst/>
              <a:ahLst/>
              <a:cxnLst/>
              <a:rect r="r" b="b" t="t" l="l"/>
              <a:pathLst>
                <a:path h="1219200" w="731520">
                  <a:moveTo>
                    <a:pt x="0" y="0"/>
                  </a:moveTo>
                  <a:lnTo>
                    <a:pt x="731520" y="0"/>
                  </a:lnTo>
                  <a:lnTo>
                    <a:pt x="731520" y="1219200"/>
                  </a:lnTo>
                  <a:lnTo>
                    <a:pt x="0" y="1219200"/>
                  </a:lnTo>
                  <a:close/>
                </a:path>
              </a:pathLst>
            </a:custGeom>
            <a:blipFill>
              <a:blip r:embed="rId3">
                <a:alphaModFix amt="0"/>
              </a:blip>
              <a:stretch>
                <a:fillRect l="-163839" t="0" r="-163839" b="0"/>
              </a:stretch>
            </a:blipFill>
          </p:spPr>
        </p:sp>
        <p:sp>
          <p:nvSpPr>
            <p:cNvPr name="TextBox 34" id="34"/>
            <p:cNvSpPr txBox="true"/>
            <p:nvPr/>
          </p:nvSpPr>
          <p:spPr>
            <a:xfrm>
              <a:off x="0" y="0"/>
              <a:ext cx="731520" cy="1219200"/>
            </a:xfrm>
            <a:prstGeom prst="rect">
              <a:avLst/>
            </a:prstGeom>
          </p:spPr>
          <p:txBody>
            <a:bodyPr anchor="ctr" rtlCol="false" tIns="0" lIns="0" bIns="0" rIns="0"/>
            <a:lstStyle/>
            <a:p>
              <a:pPr algn="ctr">
                <a:lnSpc>
                  <a:spcPts val="5280"/>
                </a:lnSpc>
              </a:pPr>
              <a:r>
                <a:rPr lang="en-US" sz="4400">
                  <a:solidFill>
                    <a:srgbClr val="6B7280"/>
                  </a:solidFill>
                  <a:latin typeface="Noto Sans"/>
                  <a:ea typeface="Noto Sans"/>
                  <a:cs typeface="Noto Sans"/>
                  <a:sym typeface="Noto Sans"/>
                </a:rPr>
                <a:t>×</a:t>
              </a:r>
            </a:p>
          </p:txBody>
        </p:sp>
      </p:grpSp>
      <p:grpSp>
        <p:nvGrpSpPr>
          <p:cNvPr name="Group 35" id="35"/>
          <p:cNvGrpSpPr/>
          <p:nvPr/>
        </p:nvGrpSpPr>
        <p:grpSpPr>
          <a:xfrm rot="0">
            <a:off x="9314183" y="1998983"/>
            <a:ext cx="3591563" cy="3500123"/>
            <a:chOff x="0" y="0"/>
            <a:chExt cx="4788751" cy="4666831"/>
          </a:xfrm>
        </p:grpSpPr>
        <p:sp>
          <p:nvSpPr>
            <p:cNvPr name="Freeform 36" id="36"/>
            <p:cNvSpPr/>
            <p:nvPr/>
          </p:nvSpPr>
          <p:spPr>
            <a:xfrm flipH="false" flipV="false" rot="0">
              <a:off x="0" y="0"/>
              <a:ext cx="4788789" cy="4666869"/>
            </a:xfrm>
            <a:custGeom>
              <a:avLst/>
              <a:gdLst/>
              <a:ahLst/>
              <a:cxnLst/>
              <a:rect r="r" b="b" t="t" l="l"/>
              <a:pathLst>
                <a:path h="4666869" w="4788789">
                  <a:moveTo>
                    <a:pt x="0" y="540385"/>
                  </a:moveTo>
                  <a:cubicBezTo>
                    <a:pt x="0" y="241935"/>
                    <a:pt x="241935" y="0"/>
                    <a:pt x="540385" y="0"/>
                  </a:cubicBezTo>
                  <a:lnTo>
                    <a:pt x="4248404" y="0"/>
                  </a:lnTo>
                  <a:cubicBezTo>
                    <a:pt x="4546854" y="0"/>
                    <a:pt x="4788789" y="241935"/>
                    <a:pt x="4788789" y="540385"/>
                  </a:cubicBezTo>
                  <a:lnTo>
                    <a:pt x="4788789" y="4126484"/>
                  </a:lnTo>
                  <a:cubicBezTo>
                    <a:pt x="4788789" y="4424934"/>
                    <a:pt x="4546854" y="4666869"/>
                    <a:pt x="4248404" y="4666869"/>
                  </a:cubicBezTo>
                  <a:lnTo>
                    <a:pt x="540385" y="4666869"/>
                  </a:lnTo>
                  <a:cubicBezTo>
                    <a:pt x="241935" y="4666869"/>
                    <a:pt x="0" y="4424934"/>
                    <a:pt x="0" y="4126484"/>
                  </a:cubicBezTo>
                  <a:close/>
                </a:path>
              </a:pathLst>
            </a:custGeom>
            <a:solidFill>
              <a:srgbClr val="F4F4F5"/>
            </a:solidFill>
            <a:ln w="25400" cap="sq">
              <a:solidFill>
                <a:srgbClr val="F4F4F5"/>
              </a:solidFill>
              <a:prstDash val="solid"/>
              <a:miter/>
            </a:ln>
          </p:spPr>
        </p:sp>
      </p:grpSp>
      <p:grpSp>
        <p:nvGrpSpPr>
          <p:cNvPr name="Group 37" id="37"/>
          <p:cNvGrpSpPr/>
          <p:nvPr/>
        </p:nvGrpSpPr>
        <p:grpSpPr>
          <a:xfrm rot="0">
            <a:off x="9326880" y="2286000"/>
            <a:ext cx="3566160" cy="1920240"/>
            <a:chOff x="0" y="0"/>
            <a:chExt cx="4754880" cy="2560320"/>
          </a:xfrm>
        </p:grpSpPr>
        <p:sp>
          <p:nvSpPr>
            <p:cNvPr name="Freeform 38" id="38"/>
            <p:cNvSpPr/>
            <p:nvPr/>
          </p:nvSpPr>
          <p:spPr>
            <a:xfrm flipH="false" flipV="false" rot="0">
              <a:off x="0" y="0"/>
              <a:ext cx="4754880" cy="2560320"/>
            </a:xfrm>
            <a:custGeom>
              <a:avLst/>
              <a:gdLst/>
              <a:ahLst/>
              <a:cxnLst/>
              <a:rect r="r" b="b" t="t" l="l"/>
              <a:pathLst>
                <a:path h="2560320" w="4754880">
                  <a:moveTo>
                    <a:pt x="0" y="0"/>
                  </a:moveTo>
                  <a:lnTo>
                    <a:pt x="4754880" y="0"/>
                  </a:lnTo>
                  <a:lnTo>
                    <a:pt x="4754880" y="2560320"/>
                  </a:lnTo>
                  <a:lnTo>
                    <a:pt x="0" y="2560320"/>
                  </a:lnTo>
                  <a:close/>
                </a:path>
              </a:pathLst>
            </a:custGeom>
            <a:blipFill>
              <a:blip r:embed="rId3">
                <a:alphaModFix amt="0"/>
              </a:blip>
              <a:stretch>
                <a:fillRect l="-19086" t="0" r="-19086" b="0"/>
              </a:stretch>
            </a:blipFill>
          </p:spPr>
        </p:sp>
        <p:sp>
          <p:nvSpPr>
            <p:cNvPr name="TextBox 39" id="39"/>
            <p:cNvSpPr txBox="true"/>
            <p:nvPr/>
          </p:nvSpPr>
          <p:spPr>
            <a:xfrm>
              <a:off x="0" y="0"/>
              <a:ext cx="4754880" cy="2560320"/>
            </a:xfrm>
            <a:prstGeom prst="rect">
              <a:avLst/>
            </a:prstGeom>
          </p:spPr>
          <p:txBody>
            <a:bodyPr anchor="ctr" rtlCol="false" tIns="0" lIns="0" bIns="0" rIns="0"/>
            <a:lstStyle/>
            <a:p>
              <a:pPr algn="ctr">
                <a:lnSpc>
                  <a:spcPts val="12960"/>
                </a:lnSpc>
              </a:pPr>
              <a:r>
                <a:rPr lang="en-US" sz="10800" b="true">
                  <a:solidFill>
                    <a:srgbClr val="C8102E"/>
                  </a:solidFill>
                  <a:latin typeface="Noto Sans Bold"/>
                  <a:ea typeface="Noto Sans Bold"/>
                  <a:cs typeface="Noto Sans Bold"/>
                  <a:sym typeface="Noto Sans Bold"/>
                </a:rPr>
                <a:t>3</a:t>
              </a:r>
            </a:p>
          </p:txBody>
        </p:sp>
      </p:grpSp>
      <p:grpSp>
        <p:nvGrpSpPr>
          <p:cNvPr name="Group 40" id="40"/>
          <p:cNvGrpSpPr/>
          <p:nvPr/>
        </p:nvGrpSpPr>
        <p:grpSpPr>
          <a:xfrm rot="0">
            <a:off x="9326880" y="4297680"/>
            <a:ext cx="3566160" cy="731520"/>
            <a:chOff x="0" y="0"/>
            <a:chExt cx="4754880" cy="975360"/>
          </a:xfrm>
        </p:grpSpPr>
        <p:sp>
          <p:nvSpPr>
            <p:cNvPr name="Freeform 41" id="41"/>
            <p:cNvSpPr/>
            <p:nvPr/>
          </p:nvSpPr>
          <p:spPr>
            <a:xfrm flipH="false" flipV="false" rot="0">
              <a:off x="0" y="0"/>
              <a:ext cx="4754880" cy="975360"/>
            </a:xfrm>
            <a:custGeom>
              <a:avLst/>
              <a:gdLst/>
              <a:ahLst/>
              <a:cxnLst/>
              <a:rect r="r" b="b" t="t" l="l"/>
              <a:pathLst>
                <a:path h="975360" w="4754880">
                  <a:moveTo>
                    <a:pt x="0" y="0"/>
                  </a:moveTo>
                  <a:lnTo>
                    <a:pt x="4754880" y="0"/>
                  </a:lnTo>
                  <a:lnTo>
                    <a:pt x="4754880" y="975360"/>
                  </a:lnTo>
                  <a:lnTo>
                    <a:pt x="0" y="975360"/>
                  </a:lnTo>
                  <a:close/>
                </a:path>
              </a:pathLst>
            </a:custGeom>
            <a:blipFill>
              <a:blip r:embed="rId3">
                <a:alphaModFix amt="0"/>
              </a:blip>
              <a:stretch>
                <a:fillRect l="0" t="-44989" r="0" b="-44989"/>
              </a:stretch>
            </a:blipFill>
          </p:spPr>
        </p:sp>
        <p:sp>
          <p:nvSpPr>
            <p:cNvPr name="TextBox 42" id="42"/>
            <p:cNvSpPr txBox="true"/>
            <p:nvPr/>
          </p:nvSpPr>
          <p:spPr>
            <a:xfrm>
              <a:off x="0" y="-9525"/>
              <a:ext cx="4754880" cy="984885"/>
            </a:xfrm>
            <a:prstGeom prst="rect">
              <a:avLst/>
            </a:prstGeom>
          </p:spPr>
          <p:txBody>
            <a:bodyPr anchor="ctr" rtlCol="false" tIns="0" lIns="0" bIns="0" rIns="0"/>
            <a:lstStyle/>
            <a:p>
              <a:pPr algn="ctr">
                <a:lnSpc>
                  <a:spcPts val="3120"/>
                </a:lnSpc>
              </a:pPr>
              <a:r>
                <a:rPr lang="en-US" sz="2600" b="true">
                  <a:solidFill>
                    <a:srgbClr val="1A1A1A"/>
                  </a:solidFill>
                  <a:latin typeface="Noto Sans Bold"/>
                  <a:ea typeface="Noto Sans Bold"/>
                  <a:cs typeface="Noto Sans Bold"/>
                  <a:sym typeface="Noto Sans Bold"/>
                </a:rPr>
                <a:t>번씩 반복</a:t>
              </a:r>
            </a:p>
          </p:txBody>
        </p:sp>
      </p:grpSp>
      <p:grpSp>
        <p:nvGrpSpPr>
          <p:cNvPr name="Group 43" id="43"/>
          <p:cNvGrpSpPr/>
          <p:nvPr/>
        </p:nvGrpSpPr>
        <p:grpSpPr>
          <a:xfrm rot="0">
            <a:off x="1097280" y="5632704"/>
            <a:ext cx="11704320" cy="512064"/>
            <a:chOff x="0" y="0"/>
            <a:chExt cx="15605760" cy="682752"/>
          </a:xfrm>
        </p:grpSpPr>
        <p:sp>
          <p:nvSpPr>
            <p:cNvPr name="Freeform 44" id="44"/>
            <p:cNvSpPr/>
            <p:nvPr/>
          </p:nvSpPr>
          <p:spPr>
            <a:xfrm flipH="false" flipV="false" rot="0">
              <a:off x="0" y="0"/>
              <a:ext cx="15605761" cy="682752"/>
            </a:xfrm>
            <a:custGeom>
              <a:avLst/>
              <a:gdLst/>
              <a:ahLst/>
              <a:cxnLst/>
              <a:rect r="r" b="b" t="t" l="l"/>
              <a:pathLst>
                <a:path h="682752" w="15605761">
                  <a:moveTo>
                    <a:pt x="0" y="0"/>
                  </a:moveTo>
                  <a:lnTo>
                    <a:pt x="15605761" y="0"/>
                  </a:lnTo>
                  <a:lnTo>
                    <a:pt x="15605761" y="682752"/>
                  </a:lnTo>
                  <a:lnTo>
                    <a:pt x="0" y="682752"/>
                  </a:lnTo>
                  <a:close/>
                </a:path>
              </a:pathLst>
            </a:custGeom>
            <a:blipFill>
              <a:blip r:embed="rId3">
                <a:alphaModFix amt="0"/>
              </a:blip>
              <a:stretch>
                <a:fillRect l="0" t="-395372" r="0" b="-395372"/>
              </a:stretch>
            </a:blipFill>
          </p:spPr>
        </p:sp>
        <p:sp>
          <p:nvSpPr>
            <p:cNvPr name="TextBox 45" id="45"/>
            <p:cNvSpPr txBox="true"/>
            <p:nvPr/>
          </p:nvSpPr>
          <p:spPr>
            <a:xfrm>
              <a:off x="0" y="-9525"/>
              <a:ext cx="15605760" cy="692277"/>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holdout: 개발 중 한 번도 안 본 시험 문제</a:t>
              </a:r>
            </a:p>
          </p:txBody>
        </p:sp>
      </p:grpSp>
      <p:grpSp>
        <p:nvGrpSpPr>
          <p:cNvPr name="Group 46" id="46"/>
          <p:cNvGrpSpPr/>
          <p:nvPr/>
        </p:nvGrpSpPr>
        <p:grpSpPr>
          <a:xfrm rot="0">
            <a:off x="1084583" y="6479543"/>
            <a:ext cx="5603243" cy="1159259"/>
            <a:chOff x="0" y="0"/>
            <a:chExt cx="7470991" cy="1545679"/>
          </a:xfrm>
        </p:grpSpPr>
        <p:sp>
          <p:nvSpPr>
            <p:cNvPr name="Freeform 47" id="47"/>
            <p:cNvSpPr/>
            <p:nvPr/>
          </p:nvSpPr>
          <p:spPr>
            <a:xfrm flipH="false" flipV="false" rot="0">
              <a:off x="0" y="0"/>
              <a:ext cx="7471029" cy="1545717"/>
            </a:xfrm>
            <a:custGeom>
              <a:avLst/>
              <a:gdLst/>
              <a:ahLst/>
              <a:cxnLst/>
              <a:rect r="r" b="b" t="t" l="l"/>
              <a:pathLst>
                <a:path h="1545717" w="7471029">
                  <a:moveTo>
                    <a:pt x="0" y="498602"/>
                  </a:moveTo>
                  <a:cubicBezTo>
                    <a:pt x="0" y="223266"/>
                    <a:pt x="223266" y="0"/>
                    <a:pt x="498602" y="0"/>
                  </a:cubicBezTo>
                  <a:lnTo>
                    <a:pt x="6972427" y="0"/>
                  </a:lnTo>
                  <a:cubicBezTo>
                    <a:pt x="7247763" y="0"/>
                    <a:pt x="7471029" y="223266"/>
                    <a:pt x="7471029" y="498602"/>
                  </a:cubicBezTo>
                  <a:lnTo>
                    <a:pt x="7471029" y="1047115"/>
                  </a:lnTo>
                  <a:cubicBezTo>
                    <a:pt x="7471029" y="1322451"/>
                    <a:pt x="7247763" y="1545717"/>
                    <a:pt x="6972427" y="1545717"/>
                  </a:cubicBezTo>
                  <a:lnTo>
                    <a:pt x="498602" y="1545717"/>
                  </a:lnTo>
                  <a:cubicBezTo>
                    <a:pt x="223266" y="1545717"/>
                    <a:pt x="0" y="1322451"/>
                    <a:pt x="0" y="1047115"/>
                  </a:cubicBezTo>
                  <a:close/>
                </a:path>
              </a:pathLst>
            </a:custGeom>
            <a:solidFill>
              <a:srgbClr val="FFFFFF"/>
            </a:solidFill>
            <a:ln w="25400" cap="sq">
              <a:solidFill>
                <a:srgbClr val="E5E7EB"/>
              </a:solidFill>
              <a:prstDash val="solid"/>
              <a:miter/>
            </a:ln>
          </p:spPr>
        </p:sp>
      </p:grpSp>
      <p:grpSp>
        <p:nvGrpSpPr>
          <p:cNvPr name="Group 48" id="48"/>
          <p:cNvGrpSpPr/>
          <p:nvPr/>
        </p:nvGrpSpPr>
        <p:grpSpPr>
          <a:xfrm rot="0">
            <a:off x="1358903" y="6717287"/>
            <a:ext cx="683771" cy="683771"/>
            <a:chOff x="0" y="0"/>
            <a:chExt cx="911695" cy="911695"/>
          </a:xfrm>
        </p:grpSpPr>
        <p:sp>
          <p:nvSpPr>
            <p:cNvPr name="Freeform 49" id="49"/>
            <p:cNvSpPr/>
            <p:nvPr/>
          </p:nvSpPr>
          <p:spPr>
            <a:xfrm flipH="false" flipV="false" rot="0">
              <a:off x="0" y="0"/>
              <a:ext cx="911733" cy="911733"/>
            </a:xfrm>
            <a:custGeom>
              <a:avLst/>
              <a:gdLst/>
              <a:ahLst/>
              <a:cxnLst/>
              <a:rect r="r" b="b" t="t" l="l"/>
              <a:pathLst>
                <a:path h="911733" w="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C8102E"/>
            </a:solidFill>
            <a:ln w="25400" cap="sq">
              <a:solidFill>
                <a:srgbClr val="C8102E"/>
              </a:solidFill>
              <a:prstDash val="solid"/>
              <a:miter/>
            </a:ln>
          </p:spPr>
        </p:sp>
      </p:grpSp>
      <p:grpSp>
        <p:nvGrpSpPr>
          <p:cNvPr name="Group 50" id="50"/>
          <p:cNvGrpSpPr/>
          <p:nvPr/>
        </p:nvGrpSpPr>
        <p:grpSpPr>
          <a:xfrm rot="0">
            <a:off x="1371600" y="6729984"/>
            <a:ext cx="658368" cy="658368"/>
            <a:chOff x="0" y="0"/>
            <a:chExt cx="877824" cy="877824"/>
          </a:xfrm>
        </p:grpSpPr>
        <p:sp>
          <p:nvSpPr>
            <p:cNvPr name="Freeform 51" id="51"/>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52" id="52"/>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Noto Sans Bold"/>
                  <a:ea typeface="Noto Sans Bold"/>
                  <a:cs typeface="Noto Sans Bold"/>
                  <a:sym typeface="Noto Sans Bold"/>
                </a:rPr>
                <a:t>⇄</a:t>
              </a:r>
            </a:p>
          </p:txBody>
        </p:sp>
      </p:grpSp>
      <p:grpSp>
        <p:nvGrpSpPr>
          <p:cNvPr name="Group 53" id="53"/>
          <p:cNvGrpSpPr/>
          <p:nvPr/>
        </p:nvGrpSpPr>
        <p:grpSpPr>
          <a:xfrm rot="0">
            <a:off x="2231136" y="6492240"/>
            <a:ext cx="4297680" cy="1133856"/>
            <a:chOff x="0" y="0"/>
            <a:chExt cx="5730240" cy="1511808"/>
          </a:xfrm>
        </p:grpSpPr>
        <p:sp>
          <p:nvSpPr>
            <p:cNvPr name="Freeform 54" id="54"/>
            <p:cNvSpPr/>
            <p:nvPr/>
          </p:nvSpPr>
          <p:spPr>
            <a:xfrm flipH="false" flipV="false" rot="0">
              <a:off x="0" y="0"/>
              <a:ext cx="5730240" cy="1511808"/>
            </a:xfrm>
            <a:custGeom>
              <a:avLst/>
              <a:gdLst/>
              <a:ahLst/>
              <a:cxnLst/>
              <a:rect r="r" b="b" t="t" l="l"/>
              <a:pathLst>
                <a:path h="1511808" w="5730240">
                  <a:moveTo>
                    <a:pt x="0" y="0"/>
                  </a:moveTo>
                  <a:lnTo>
                    <a:pt x="5730240" y="0"/>
                  </a:lnTo>
                  <a:lnTo>
                    <a:pt x="5730240" y="1511808"/>
                  </a:lnTo>
                  <a:lnTo>
                    <a:pt x="0" y="1511808"/>
                  </a:lnTo>
                  <a:close/>
                </a:path>
              </a:pathLst>
            </a:custGeom>
            <a:blipFill>
              <a:blip r:embed="rId3">
                <a:alphaModFix amt="0"/>
              </a:blip>
              <a:stretch>
                <a:fillRect l="0" t="-23854" r="0" b="-23854"/>
              </a:stretch>
            </a:blipFill>
          </p:spPr>
        </p:sp>
        <p:sp>
          <p:nvSpPr>
            <p:cNvPr name="TextBox 55" id="55"/>
            <p:cNvSpPr txBox="true"/>
            <p:nvPr/>
          </p:nvSpPr>
          <p:spPr>
            <a:xfrm>
              <a:off x="0" y="0"/>
              <a:ext cx="5730240" cy="1511808"/>
            </a:xfrm>
            <a:prstGeom prst="rect">
              <a:avLst/>
            </a:prstGeom>
          </p:spPr>
          <p:txBody>
            <a:bodyPr anchor="ctr" rtlCol="false" tIns="0" lIns="0" bIns="0" rIns="0"/>
            <a:lstStyle/>
            <a:p>
              <a:pPr algn="l">
                <a:lnSpc>
                  <a:spcPts val="2760"/>
                </a:lnSpc>
              </a:pPr>
              <a:r>
                <a:rPr lang="en-US" sz="2300" b="true">
                  <a:solidFill>
                    <a:srgbClr val="1A1A1A"/>
                  </a:solidFill>
                  <a:latin typeface="Noto Sans Bold"/>
                  <a:ea typeface="Noto Sans Bold"/>
                  <a:cs typeface="Noto Sans Bold"/>
                  <a:sym typeface="Noto Sans Bold"/>
                </a:rPr>
                <a:t>같은 문제끼리 짝지어 비교</a:t>
              </a:r>
            </a:p>
          </p:txBody>
        </p:sp>
      </p:grpSp>
      <p:grpSp>
        <p:nvGrpSpPr>
          <p:cNvPr name="Group 56" id="56"/>
          <p:cNvGrpSpPr/>
          <p:nvPr/>
        </p:nvGrpSpPr>
        <p:grpSpPr>
          <a:xfrm rot="0">
            <a:off x="7028183" y="6479543"/>
            <a:ext cx="5603243" cy="1159259"/>
            <a:chOff x="0" y="0"/>
            <a:chExt cx="7470991" cy="1545679"/>
          </a:xfrm>
        </p:grpSpPr>
        <p:sp>
          <p:nvSpPr>
            <p:cNvPr name="Freeform 57" id="57"/>
            <p:cNvSpPr/>
            <p:nvPr/>
          </p:nvSpPr>
          <p:spPr>
            <a:xfrm flipH="false" flipV="false" rot="0">
              <a:off x="0" y="0"/>
              <a:ext cx="7471029" cy="1545717"/>
            </a:xfrm>
            <a:custGeom>
              <a:avLst/>
              <a:gdLst/>
              <a:ahLst/>
              <a:cxnLst/>
              <a:rect r="r" b="b" t="t" l="l"/>
              <a:pathLst>
                <a:path h="1545717" w="7471029">
                  <a:moveTo>
                    <a:pt x="0" y="498602"/>
                  </a:moveTo>
                  <a:cubicBezTo>
                    <a:pt x="0" y="223266"/>
                    <a:pt x="223266" y="0"/>
                    <a:pt x="498602" y="0"/>
                  </a:cubicBezTo>
                  <a:lnTo>
                    <a:pt x="6972427" y="0"/>
                  </a:lnTo>
                  <a:cubicBezTo>
                    <a:pt x="7247763" y="0"/>
                    <a:pt x="7471029" y="223266"/>
                    <a:pt x="7471029" y="498602"/>
                  </a:cubicBezTo>
                  <a:lnTo>
                    <a:pt x="7471029" y="1047115"/>
                  </a:lnTo>
                  <a:cubicBezTo>
                    <a:pt x="7471029" y="1322451"/>
                    <a:pt x="7247763" y="1545717"/>
                    <a:pt x="6972427" y="1545717"/>
                  </a:cubicBezTo>
                  <a:lnTo>
                    <a:pt x="498602" y="1545717"/>
                  </a:lnTo>
                  <a:cubicBezTo>
                    <a:pt x="223266" y="1545717"/>
                    <a:pt x="0" y="1322451"/>
                    <a:pt x="0" y="1047115"/>
                  </a:cubicBezTo>
                  <a:close/>
                </a:path>
              </a:pathLst>
            </a:custGeom>
            <a:solidFill>
              <a:srgbClr val="FFFFFF"/>
            </a:solidFill>
            <a:ln w="25400" cap="sq">
              <a:solidFill>
                <a:srgbClr val="E5E7EB"/>
              </a:solidFill>
              <a:prstDash val="solid"/>
              <a:miter/>
            </a:ln>
          </p:spPr>
        </p:sp>
      </p:grpSp>
      <p:grpSp>
        <p:nvGrpSpPr>
          <p:cNvPr name="Group 58" id="58"/>
          <p:cNvGrpSpPr/>
          <p:nvPr/>
        </p:nvGrpSpPr>
        <p:grpSpPr>
          <a:xfrm rot="0">
            <a:off x="7302503" y="6717287"/>
            <a:ext cx="683771" cy="683771"/>
            <a:chOff x="0" y="0"/>
            <a:chExt cx="911695" cy="911695"/>
          </a:xfrm>
        </p:grpSpPr>
        <p:sp>
          <p:nvSpPr>
            <p:cNvPr name="Freeform 59" id="59"/>
            <p:cNvSpPr/>
            <p:nvPr/>
          </p:nvSpPr>
          <p:spPr>
            <a:xfrm flipH="false" flipV="false" rot="0">
              <a:off x="0" y="0"/>
              <a:ext cx="911733" cy="911733"/>
            </a:xfrm>
            <a:custGeom>
              <a:avLst/>
              <a:gdLst/>
              <a:ahLst/>
              <a:cxnLst/>
              <a:rect r="r" b="b" t="t" l="l"/>
              <a:pathLst>
                <a:path h="911733" w="911733">
                  <a:moveTo>
                    <a:pt x="0" y="455803"/>
                  </a:moveTo>
                  <a:cubicBezTo>
                    <a:pt x="0" y="204089"/>
                    <a:pt x="204089" y="0"/>
                    <a:pt x="455803" y="0"/>
                  </a:cubicBezTo>
                  <a:cubicBezTo>
                    <a:pt x="707517" y="0"/>
                    <a:pt x="911733" y="204089"/>
                    <a:pt x="911733" y="455803"/>
                  </a:cubicBezTo>
                  <a:cubicBezTo>
                    <a:pt x="911733" y="707517"/>
                    <a:pt x="707644" y="911733"/>
                    <a:pt x="455803" y="911733"/>
                  </a:cubicBezTo>
                  <a:cubicBezTo>
                    <a:pt x="203962" y="911733"/>
                    <a:pt x="0" y="707644"/>
                    <a:pt x="0" y="455803"/>
                  </a:cubicBezTo>
                  <a:close/>
                </a:path>
              </a:pathLst>
            </a:custGeom>
            <a:solidFill>
              <a:srgbClr val="C8102E"/>
            </a:solidFill>
            <a:ln w="25400" cap="sq">
              <a:solidFill>
                <a:srgbClr val="C8102E"/>
              </a:solidFill>
              <a:prstDash val="solid"/>
              <a:miter/>
            </a:ln>
          </p:spPr>
        </p:sp>
      </p:grpSp>
      <p:grpSp>
        <p:nvGrpSpPr>
          <p:cNvPr name="Group 60" id="60"/>
          <p:cNvGrpSpPr/>
          <p:nvPr/>
        </p:nvGrpSpPr>
        <p:grpSpPr>
          <a:xfrm rot="0">
            <a:off x="7315200" y="6729984"/>
            <a:ext cx="658368" cy="658368"/>
            <a:chOff x="0" y="0"/>
            <a:chExt cx="877824" cy="877824"/>
          </a:xfrm>
        </p:grpSpPr>
        <p:sp>
          <p:nvSpPr>
            <p:cNvPr name="Freeform 61" id="61"/>
            <p:cNvSpPr/>
            <p:nvPr/>
          </p:nvSpPr>
          <p:spPr>
            <a:xfrm flipH="false" flipV="false" rot="0">
              <a:off x="0" y="0"/>
              <a:ext cx="877824" cy="877824"/>
            </a:xfrm>
            <a:custGeom>
              <a:avLst/>
              <a:gdLst/>
              <a:ahLst/>
              <a:cxnLst/>
              <a:rect r="r" b="b" t="t" l="l"/>
              <a:pathLst>
                <a:path h="877824" w="877824">
                  <a:moveTo>
                    <a:pt x="0" y="0"/>
                  </a:moveTo>
                  <a:lnTo>
                    <a:pt x="877824" y="0"/>
                  </a:lnTo>
                  <a:lnTo>
                    <a:pt x="877824" y="877824"/>
                  </a:lnTo>
                  <a:lnTo>
                    <a:pt x="0" y="877824"/>
                  </a:lnTo>
                  <a:close/>
                </a:path>
              </a:pathLst>
            </a:custGeom>
            <a:blipFill>
              <a:blip r:embed="rId3">
                <a:alphaModFix amt="0"/>
              </a:blip>
              <a:stretch>
                <a:fillRect l="-78303" t="0" r="-78303" b="0"/>
              </a:stretch>
            </a:blipFill>
          </p:spPr>
        </p:sp>
        <p:sp>
          <p:nvSpPr>
            <p:cNvPr name="TextBox 62" id="62"/>
            <p:cNvSpPr txBox="true"/>
            <p:nvPr/>
          </p:nvSpPr>
          <p:spPr>
            <a:xfrm>
              <a:off x="0" y="9525"/>
              <a:ext cx="877824" cy="868299"/>
            </a:xfrm>
            <a:prstGeom prst="rect">
              <a:avLst/>
            </a:prstGeom>
          </p:spPr>
          <p:txBody>
            <a:bodyPr anchor="ctr" rtlCol="false" tIns="0" lIns="0" bIns="0" rIns="0"/>
            <a:lstStyle/>
            <a:p>
              <a:pPr algn="ctr">
                <a:lnSpc>
                  <a:spcPts val="2879"/>
                </a:lnSpc>
              </a:pPr>
              <a:r>
                <a:rPr lang="en-US" sz="2400" b="true">
                  <a:solidFill>
                    <a:srgbClr val="FFFFFF"/>
                  </a:solidFill>
                  <a:latin typeface="Noto Sans Bold"/>
                  <a:ea typeface="Noto Sans Bold"/>
                  <a:cs typeface="Noto Sans Bold"/>
                  <a:sym typeface="Noto Sans Bold"/>
                </a:rPr>
                <a:t>▤</a:t>
              </a:r>
            </a:p>
          </p:txBody>
        </p:sp>
      </p:grpSp>
      <p:grpSp>
        <p:nvGrpSpPr>
          <p:cNvPr name="Group 63" id="63"/>
          <p:cNvGrpSpPr/>
          <p:nvPr/>
        </p:nvGrpSpPr>
        <p:grpSpPr>
          <a:xfrm rot="0">
            <a:off x="8174736" y="6492240"/>
            <a:ext cx="4297680" cy="1133856"/>
            <a:chOff x="0" y="0"/>
            <a:chExt cx="5730240" cy="1511808"/>
          </a:xfrm>
        </p:grpSpPr>
        <p:sp>
          <p:nvSpPr>
            <p:cNvPr name="Freeform 64" id="64"/>
            <p:cNvSpPr/>
            <p:nvPr/>
          </p:nvSpPr>
          <p:spPr>
            <a:xfrm flipH="false" flipV="false" rot="0">
              <a:off x="0" y="0"/>
              <a:ext cx="5730240" cy="1511808"/>
            </a:xfrm>
            <a:custGeom>
              <a:avLst/>
              <a:gdLst/>
              <a:ahLst/>
              <a:cxnLst/>
              <a:rect r="r" b="b" t="t" l="l"/>
              <a:pathLst>
                <a:path h="1511808" w="5730240">
                  <a:moveTo>
                    <a:pt x="0" y="0"/>
                  </a:moveTo>
                  <a:lnTo>
                    <a:pt x="5730240" y="0"/>
                  </a:lnTo>
                  <a:lnTo>
                    <a:pt x="5730240" y="1511808"/>
                  </a:lnTo>
                  <a:lnTo>
                    <a:pt x="0" y="1511808"/>
                  </a:lnTo>
                  <a:close/>
                </a:path>
              </a:pathLst>
            </a:custGeom>
            <a:blipFill>
              <a:blip r:embed="rId3">
                <a:alphaModFix amt="0"/>
              </a:blip>
              <a:stretch>
                <a:fillRect l="0" t="-23854" r="0" b="-23854"/>
              </a:stretch>
            </a:blipFill>
          </p:spPr>
        </p:sp>
        <p:sp>
          <p:nvSpPr>
            <p:cNvPr name="TextBox 65" id="65"/>
            <p:cNvSpPr txBox="true"/>
            <p:nvPr/>
          </p:nvSpPr>
          <p:spPr>
            <a:xfrm>
              <a:off x="0" y="0"/>
              <a:ext cx="5730240" cy="1511808"/>
            </a:xfrm>
            <a:prstGeom prst="rect">
              <a:avLst/>
            </a:prstGeom>
          </p:spPr>
          <p:txBody>
            <a:bodyPr anchor="ctr" rtlCol="false" tIns="0" lIns="0" bIns="0" rIns="0"/>
            <a:lstStyle/>
            <a:p>
              <a:pPr algn="l">
                <a:lnSpc>
                  <a:spcPts val="2760"/>
                </a:lnSpc>
              </a:pPr>
              <a:r>
                <a:rPr lang="en-US" sz="2300" b="true">
                  <a:solidFill>
                    <a:srgbClr val="1A1A1A"/>
                  </a:solidFill>
                  <a:latin typeface="Noto Sans Bold"/>
                  <a:ea typeface="Noto Sans Bold"/>
                  <a:cs typeface="Noto Sans Bold"/>
                  <a:sym typeface="Noto Sans Bold"/>
                </a:rPr>
                <a:t>숫자는 결과 파일에서 자동</a:t>
              </a:r>
            </a:p>
          </p:txBody>
        </p:sp>
      </p:grpSp>
      <p:grpSp>
        <p:nvGrpSpPr>
          <p:cNvPr name="Group 66" id="66"/>
          <p:cNvGrpSpPr/>
          <p:nvPr/>
        </p:nvGrpSpPr>
        <p:grpSpPr>
          <a:xfrm rot="-60000">
            <a:off x="1365247" y="8076943"/>
            <a:ext cx="7876537" cy="1292857"/>
            <a:chOff x="0" y="0"/>
            <a:chExt cx="10502049" cy="1723809"/>
          </a:xfrm>
        </p:grpSpPr>
        <p:sp>
          <p:nvSpPr>
            <p:cNvPr name="Freeform 67" id="67"/>
            <p:cNvSpPr/>
            <p:nvPr/>
          </p:nvSpPr>
          <p:spPr>
            <a:xfrm flipH="false" flipV="false" rot="0">
              <a:off x="0" y="0"/>
              <a:ext cx="10502011" cy="1723771"/>
            </a:xfrm>
            <a:custGeom>
              <a:avLst/>
              <a:gdLst/>
              <a:ahLst/>
              <a:cxnLst/>
              <a:rect r="r" b="b" t="t" l="l"/>
              <a:pathLst>
                <a:path h="1723771" w="10502011">
                  <a:moveTo>
                    <a:pt x="0" y="0"/>
                  </a:moveTo>
                  <a:lnTo>
                    <a:pt x="10502011" y="0"/>
                  </a:lnTo>
                  <a:lnTo>
                    <a:pt x="10502011" y="1723771"/>
                  </a:lnTo>
                  <a:lnTo>
                    <a:pt x="0" y="1723771"/>
                  </a:lnTo>
                  <a:close/>
                </a:path>
              </a:pathLst>
            </a:custGeom>
            <a:solidFill>
              <a:srgbClr val="FFF1D6"/>
            </a:solidFill>
            <a:ln w="12700" cap="sq">
              <a:solidFill>
                <a:srgbClr val="E8D3A8"/>
              </a:solidFill>
              <a:prstDash val="solid"/>
              <a:miter/>
            </a:ln>
          </p:spPr>
        </p:sp>
      </p:grpSp>
      <p:grpSp>
        <p:nvGrpSpPr>
          <p:cNvPr name="Group 68" id="68"/>
          <p:cNvGrpSpPr/>
          <p:nvPr/>
        </p:nvGrpSpPr>
        <p:grpSpPr>
          <a:xfrm rot="-60000">
            <a:off x="1645920" y="8229600"/>
            <a:ext cx="7315200" cy="987552"/>
            <a:chOff x="0" y="0"/>
            <a:chExt cx="9753600" cy="1316736"/>
          </a:xfrm>
        </p:grpSpPr>
        <p:sp>
          <p:nvSpPr>
            <p:cNvPr name="Freeform 69" id="69"/>
            <p:cNvSpPr/>
            <p:nvPr/>
          </p:nvSpPr>
          <p:spPr>
            <a:xfrm flipH="false" flipV="false" rot="0">
              <a:off x="0" y="0"/>
              <a:ext cx="9753600" cy="1316736"/>
            </a:xfrm>
            <a:custGeom>
              <a:avLst/>
              <a:gdLst/>
              <a:ahLst/>
              <a:cxnLst/>
              <a:rect r="r" b="b" t="t" l="l"/>
              <a:pathLst>
                <a:path h="1316736" w="9753600">
                  <a:moveTo>
                    <a:pt x="0" y="0"/>
                  </a:moveTo>
                  <a:lnTo>
                    <a:pt x="9753600" y="0"/>
                  </a:lnTo>
                  <a:lnTo>
                    <a:pt x="9753600" y="1316736"/>
                  </a:lnTo>
                  <a:lnTo>
                    <a:pt x="0" y="1316736"/>
                  </a:lnTo>
                  <a:close/>
                </a:path>
              </a:pathLst>
            </a:custGeom>
            <a:blipFill>
              <a:blip r:embed="rId3">
                <a:alphaModFix amt="0"/>
              </a:blip>
              <a:stretch>
                <a:fillRect l="0" t="-94333" r="0" b="-94333"/>
              </a:stretch>
            </a:blipFill>
          </p:spPr>
        </p:sp>
        <p:sp>
          <p:nvSpPr>
            <p:cNvPr name="TextBox 70" id="70"/>
            <p:cNvSpPr txBox="true"/>
            <p:nvPr/>
          </p:nvSpPr>
          <p:spPr>
            <a:xfrm>
              <a:off x="0" y="0"/>
              <a:ext cx="9753600" cy="13167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Ablation = 스위치 하나씩 켜고 끄기</a:t>
              </a:r>
            </a:p>
            <a:p>
              <a:pPr algn="l">
                <a:lnSpc>
                  <a:spcPts val="2400"/>
                </a:lnSpc>
              </a:pPr>
              <a:r>
                <a:rPr lang="en-US" sz="2000">
                  <a:solidFill>
                    <a:srgbClr val="6B7280"/>
                  </a:solidFill>
                  <a:latin typeface="Noto Sans"/>
                  <a:ea typeface="Noto Sans"/>
                  <a:cs typeface="Noto Sans"/>
                  <a:sym typeface="Noto Sans"/>
                </a:rPr>
                <a:t>무엇이 효과였는지 가려내는 방법</a:t>
              </a:r>
            </a:p>
          </p:txBody>
        </p:sp>
      </p:grpSp>
      <p:grpSp>
        <p:nvGrpSpPr>
          <p:cNvPr name="Group 71" id="71"/>
          <p:cNvGrpSpPr/>
          <p:nvPr/>
        </p:nvGrpSpPr>
        <p:grpSpPr>
          <a:xfrm rot="0">
            <a:off x="13335000" y="2095500"/>
            <a:ext cx="4381500" cy="5476875"/>
            <a:chOff x="0" y="0"/>
            <a:chExt cx="5842000" cy="7302500"/>
          </a:xfrm>
        </p:grpSpPr>
        <p:sp>
          <p:nvSpPr>
            <p:cNvPr name="Freeform 72" id="72" descr="/Users/jangbyeongheon/projects/incident-agent-ablation/docs/figures/gpt_infographic.png"/>
            <p:cNvSpPr/>
            <p:nvPr/>
          </p:nvSpPr>
          <p:spPr>
            <a:xfrm flipH="false" flipV="false" rot="0">
              <a:off x="0" y="0"/>
              <a:ext cx="5842000" cy="7302500"/>
            </a:xfrm>
            <a:custGeom>
              <a:avLst/>
              <a:gdLst/>
              <a:ahLst/>
              <a:cxnLst/>
              <a:rect r="r" b="b" t="t" l="l"/>
              <a:pathLst>
                <a:path h="7302500" w="5842000">
                  <a:moveTo>
                    <a:pt x="0" y="0"/>
                  </a:moveTo>
                  <a:lnTo>
                    <a:pt x="5842000" y="0"/>
                  </a:lnTo>
                  <a:lnTo>
                    <a:pt x="5842000" y="7302500"/>
                  </a:lnTo>
                  <a:lnTo>
                    <a:pt x="0" y="7302500"/>
                  </a:lnTo>
                  <a:lnTo>
                    <a:pt x="0" y="0"/>
                  </a:lnTo>
                  <a:close/>
                </a:path>
              </a:pathLst>
            </a:custGeom>
            <a:blipFill>
              <a:blip r:embed="rId4"/>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14400"/>
            <a:chOff x="0" y="0"/>
            <a:chExt cx="18288000" cy="1219200"/>
          </a:xfrm>
        </p:grpSpPr>
        <p:sp>
          <p:nvSpPr>
            <p:cNvPr name="Freeform 5" id="5"/>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6" id="6"/>
            <p:cNvSpPr txBox="true"/>
            <p:nvPr/>
          </p:nvSpPr>
          <p:spPr>
            <a:xfrm>
              <a:off x="0" y="9525"/>
              <a:ext cx="18288000" cy="1209675"/>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무엇이 진짜 효과였나</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5</a:t>
              </a:r>
            </a:p>
          </p:txBody>
        </p:sp>
      </p:grpSp>
      <p:grpSp>
        <p:nvGrpSpPr>
          <p:cNvPr name="Group 13" id="13"/>
          <p:cNvGrpSpPr/>
          <p:nvPr/>
        </p:nvGrpSpPr>
        <p:grpSpPr>
          <a:xfrm rot="0">
            <a:off x="810263" y="1724663"/>
            <a:ext cx="12369803" cy="6060443"/>
            <a:chOff x="0" y="0"/>
            <a:chExt cx="16493071" cy="8080591"/>
          </a:xfrm>
        </p:grpSpPr>
        <p:sp>
          <p:nvSpPr>
            <p:cNvPr name="Freeform 14" id="14"/>
            <p:cNvSpPr/>
            <p:nvPr/>
          </p:nvSpPr>
          <p:spPr>
            <a:xfrm flipH="false" flipV="false" rot="0">
              <a:off x="0" y="0"/>
              <a:ext cx="16492982" cy="8080502"/>
            </a:xfrm>
            <a:custGeom>
              <a:avLst/>
              <a:gdLst/>
              <a:ahLst/>
              <a:cxnLst/>
              <a:rect r="r" b="b" t="t" l="l"/>
              <a:pathLst>
                <a:path h="8080502" w="16492982">
                  <a:moveTo>
                    <a:pt x="0" y="293751"/>
                  </a:moveTo>
                  <a:cubicBezTo>
                    <a:pt x="0" y="131572"/>
                    <a:pt x="131572" y="0"/>
                    <a:pt x="293751" y="0"/>
                  </a:cubicBezTo>
                  <a:lnTo>
                    <a:pt x="16199231" y="0"/>
                  </a:lnTo>
                  <a:cubicBezTo>
                    <a:pt x="16361538" y="0"/>
                    <a:pt x="16492982" y="131572"/>
                    <a:pt x="16492982" y="293751"/>
                  </a:cubicBezTo>
                  <a:lnTo>
                    <a:pt x="16492982" y="7786751"/>
                  </a:lnTo>
                  <a:cubicBezTo>
                    <a:pt x="16492982" y="7949057"/>
                    <a:pt x="16361411" y="8080502"/>
                    <a:pt x="16199231" y="8080502"/>
                  </a:cubicBezTo>
                  <a:lnTo>
                    <a:pt x="293751" y="8080502"/>
                  </a:lnTo>
                  <a:cubicBezTo>
                    <a:pt x="131572" y="8080629"/>
                    <a:pt x="0" y="7949057"/>
                    <a:pt x="0" y="7786751"/>
                  </a:cubicBezTo>
                  <a:close/>
                </a:path>
              </a:pathLst>
            </a:custGeom>
            <a:solidFill>
              <a:srgbClr val="FFFFFF"/>
            </a:solidFill>
            <a:ln w="25400" cap="sq">
              <a:solidFill>
                <a:srgbClr val="E5E7EB"/>
              </a:solidFill>
              <a:prstDash val="solid"/>
              <a:miter/>
            </a:ln>
          </p:spPr>
        </p:sp>
      </p:grpSp>
      <p:grpSp>
        <p:nvGrpSpPr>
          <p:cNvPr name="Group 15" id="15"/>
          <p:cNvGrpSpPr/>
          <p:nvPr/>
        </p:nvGrpSpPr>
        <p:grpSpPr>
          <a:xfrm rot="0">
            <a:off x="1005840" y="1883664"/>
            <a:ext cx="11978640" cy="5742432"/>
            <a:chOff x="0" y="0"/>
            <a:chExt cx="15971520" cy="7656576"/>
          </a:xfrm>
        </p:grpSpPr>
        <p:sp>
          <p:nvSpPr>
            <p:cNvPr name="Freeform 16" id="16" descr="/Users/jangbyeongheon/projects/incident-agent-ablation/docs/figures/fig6_contrib.png"/>
            <p:cNvSpPr/>
            <p:nvPr/>
          </p:nvSpPr>
          <p:spPr>
            <a:xfrm flipH="false" flipV="false" rot="0">
              <a:off x="0" y="0"/>
              <a:ext cx="15971520" cy="7656576"/>
            </a:xfrm>
            <a:custGeom>
              <a:avLst/>
              <a:gdLst/>
              <a:ahLst/>
              <a:cxnLst/>
              <a:rect r="r" b="b" t="t" l="l"/>
              <a:pathLst>
                <a:path h="7656576" w="15971520">
                  <a:moveTo>
                    <a:pt x="0" y="0"/>
                  </a:moveTo>
                  <a:lnTo>
                    <a:pt x="15971520" y="0"/>
                  </a:lnTo>
                  <a:lnTo>
                    <a:pt x="15971520" y="7656576"/>
                  </a:lnTo>
                  <a:lnTo>
                    <a:pt x="0" y="7656576"/>
                  </a:lnTo>
                  <a:lnTo>
                    <a:pt x="0" y="0"/>
                  </a:lnTo>
                  <a:close/>
                </a:path>
              </a:pathLst>
            </a:custGeom>
            <a:blipFill>
              <a:blip r:embed="rId4"/>
              <a:stretch>
                <a:fillRect l="0" t="0" r="-2726" b="0"/>
              </a:stretch>
            </a:blipFill>
          </p:spPr>
        </p:sp>
      </p:grpSp>
      <p:grpSp>
        <p:nvGrpSpPr>
          <p:cNvPr name="Group 17" id="17"/>
          <p:cNvGrpSpPr/>
          <p:nvPr/>
        </p:nvGrpSpPr>
        <p:grpSpPr>
          <a:xfrm rot="-120000">
            <a:off x="13618207" y="1731007"/>
            <a:ext cx="3853177" cy="1750057"/>
            <a:chOff x="0" y="0"/>
            <a:chExt cx="5137569" cy="2333409"/>
          </a:xfrm>
        </p:grpSpPr>
        <p:sp>
          <p:nvSpPr>
            <p:cNvPr name="Freeform 18" id="18"/>
            <p:cNvSpPr/>
            <p:nvPr/>
          </p:nvSpPr>
          <p:spPr>
            <a:xfrm flipH="false" flipV="false" rot="0">
              <a:off x="0" y="0"/>
              <a:ext cx="5137531" cy="2333371"/>
            </a:xfrm>
            <a:custGeom>
              <a:avLst/>
              <a:gdLst/>
              <a:ahLst/>
              <a:cxnLst/>
              <a:rect r="r" b="b" t="t" l="l"/>
              <a:pathLst>
                <a:path h="2333371" w="5137531">
                  <a:moveTo>
                    <a:pt x="0" y="0"/>
                  </a:moveTo>
                  <a:lnTo>
                    <a:pt x="5137531" y="0"/>
                  </a:lnTo>
                  <a:lnTo>
                    <a:pt x="5137531" y="2333371"/>
                  </a:lnTo>
                  <a:lnTo>
                    <a:pt x="0" y="2333371"/>
                  </a:lnTo>
                  <a:close/>
                </a:path>
              </a:pathLst>
            </a:custGeom>
            <a:solidFill>
              <a:srgbClr val="FFF1D6"/>
            </a:solidFill>
            <a:ln w="12700" cap="sq">
              <a:solidFill>
                <a:srgbClr val="E8D3A8"/>
              </a:solidFill>
              <a:prstDash val="solid"/>
              <a:miter/>
            </a:ln>
          </p:spPr>
        </p:sp>
      </p:grpSp>
      <p:grpSp>
        <p:nvGrpSpPr>
          <p:cNvPr name="Group 19" id="19"/>
          <p:cNvGrpSpPr/>
          <p:nvPr/>
        </p:nvGrpSpPr>
        <p:grpSpPr>
          <a:xfrm rot="-120000">
            <a:off x="13898880" y="1883664"/>
            <a:ext cx="3291840" cy="1444752"/>
            <a:chOff x="0" y="0"/>
            <a:chExt cx="4389120" cy="1926336"/>
          </a:xfrm>
        </p:grpSpPr>
        <p:sp>
          <p:nvSpPr>
            <p:cNvPr name="Freeform 20" id="20"/>
            <p:cNvSpPr/>
            <p:nvPr/>
          </p:nvSpPr>
          <p:spPr>
            <a:xfrm flipH="false" flipV="false" rot="0">
              <a:off x="0" y="0"/>
              <a:ext cx="4389120" cy="1926336"/>
            </a:xfrm>
            <a:custGeom>
              <a:avLst/>
              <a:gdLst/>
              <a:ahLst/>
              <a:cxnLst/>
              <a:rect r="r" b="b" t="t" l="l"/>
              <a:pathLst>
                <a:path h="1926336" w="4389120">
                  <a:moveTo>
                    <a:pt x="0" y="0"/>
                  </a:moveTo>
                  <a:lnTo>
                    <a:pt x="4389120" y="0"/>
                  </a:lnTo>
                  <a:lnTo>
                    <a:pt x="4389120" y="1926336"/>
                  </a:lnTo>
                  <a:lnTo>
                    <a:pt x="0" y="1926336"/>
                  </a:lnTo>
                  <a:close/>
                </a:path>
              </a:pathLst>
            </a:custGeom>
            <a:blipFill>
              <a:blip r:embed="rId3">
                <a:alphaModFix amt="0"/>
              </a:blip>
              <a:stretch>
                <a:fillRect l="-6311" t="0" r="-6311" b="0"/>
              </a:stretch>
            </a:blipFill>
          </p:spPr>
        </p:sp>
        <p:sp>
          <p:nvSpPr>
            <p:cNvPr name="TextBox 21" id="21"/>
            <p:cNvSpPr txBox="true"/>
            <p:nvPr/>
          </p:nvSpPr>
          <p:spPr>
            <a:xfrm>
              <a:off x="0" y="0"/>
              <a:ext cx="4389120" cy="19263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RAG: -46%p</a:t>
              </a:r>
            </a:p>
            <a:p>
              <a:pPr algn="l">
                <a:lnSpc>
                  <a:spcPts val="2400"/>
                </a:lnSpc>
              </a:pPr>
              <a:r>
                <a:rPr lang="en-US" sz="2000">
                  <a:solidFill>
                    <a:srgbClr val="6B7280"/>
                  </a:solidFill>
                  <a:latin typeface="Noto Sans"/>
                  <a:ea typeface="Noto Sans"/>
                  <a:cs typeface="Noto Sans"/>
                  <a:sym typeface="Noto Sans"/>
                </a:rPr>
                <a:t>맞는 매뉴얼 누락</a:t>
              </a:r>
            </a:p>
            <a:p>
              <a:pPr algn="l">
                <a:lnSpc>
                  <a:spcPts val="2400"/>
                </a:lnSpc>
              </a:pPr>
              <a:r>
                <a:rPr lang="en-US" sz="2000">
                  <a:solidFill>
                    <a:srgbClr val="6B7280"/>
                  </a:solidFill>
                  <a:latin typeface="Noto Sans"/>
                  <a:ea typeface="Noto Sans"/>
                  <a:cs typeface="Noto Sans"/>
                  <a:sym typeface="Noto Sans"/>
                </a:rPr>
                <a:t>효과 확인 ✓</a:t>
              </a:r>
            </a:p>
          </p:txBody>
        </p:sp>
      </p:grpSp>
      <p:grpSp>
        <p:nvGrpSpPr>
          <p:cNvPr name="Group 22" id="22"/>
          <p:cNvGrpSpPr/>
          <p:nvPr/>
        </p:nvGrpSpPr>
        <p:grpSpPr>
          <a:xfrm rot="90000">
            <a:off x="13618207" y="3742687"/>
            <a:ext cx="3853177" cy="1750057"/>
            <a:chOff x="0" y="0"/>
            <a:chExt cx="5137569" cy="2333409"/>
          </a:xfrm>
        </p:grpSpPr>
        <p:sp>
          <p:nvSpPr>
            <p:cNvPr name="Freeform 23" id="23"/>
            <p:cNvSpPr/>
            <p:nvPr/>
          </p:nvSpPr>
          <p:spPr>
            <a:xfrm flipH="false" flipV="false" rot="0">
              <a:off x="0" y="0"/>
              <a:ext cx="5137531" cy="2333371"/>
            </a:xfrm>
            <a:custGeom>
              <a:avLst/>
              <a:gdLst/>
              <a:ahLst/>
              <a:cxnLst/>
              <a:rect r="r" b="b" t="t" l="l"/>
              <a:pathLst>
                <a:path h="2333371" w="5137531">
                  <a:moveTo>
                    <a:pt x="0" y="0"/>
                  </a:moveTo>
                  <a:lnTo>
                    <a:pt x="5137531" y="0"/>
                  </a:lnTo>
                  <a:lnTo>
                    <a:pt x="5137531" y="2333371"/>
                  </a:lnTo>
                  <a:lnTo>
                    <a:pt x="0" y="2333371"/>
                  </a:lnTo>
                  <a:close/>
                </a:path>
              </a:pathLst>
            </a:custGeom>
            <a:solidFill>
              <a:srgbClr val="FFF1D6"/>
            </a:solidFill>
            <a:ln w="12700" cap="sq">
              <a:solidFill>
                <a:srgbClr val="E8D3A8"/>
              </a:solidFill>
              <a:prstDash val="solid"/>
              <a:miter/>
            </a:ln>
          </p:spPr>
        </p:sp>
      </p:grpSp>
      <p:grpSp>
        <p:nvGrpSpPr>
          <p:cNvPr name="Group 24" id="24"/>
          <p:cNvGrpSpPr/>
          <p:nvPr/>
        </p:nvGrpSpPr>
        <p:grpSpPr>
          <a:xfrm rot="90000">
            <a:off x="13898880" y="3895344"/>
            <a:ext cx="3291840" cy="1444752"/>
            <a:chOff x="0" y="0"/>
            <a:chExt cx="4389120" cy="1926336"/>
          </a:xfrm>
        </p:grpSpPr>
        <p:sp>
          <p:nvSpPr>
            <p:cNvPr name="Freeform 25" id="25"/>
            <p:cNvSpPr/>
            <p:nvPr/>
          </p:nvSpPr>
          <p:spPr>
            <a:xfrm flipH="false" flipV="false" rot="0">
              <a:off x="0" y="0"/>
              <a:ext cx="4389120" cy="1926336"/>
            </a:xfrm>
            <a:custGeom>
              <a:avLst/>
              <a:gdLst/>
              <a:ahLst/>
              <a:cxnLst/>
              <a:rect r="r" b="b" t="t" l="l"/>
              <a:pathLst>
                <a:path h="1926336" w="4389120">
                  <a:moveTo>
                    <a:pt x="0" y="0"/>
                  </a:moveTo>
                  <a:lnTo>
                    <a:pt x="4389120" y="0"/>
                  </a:lnTo>
                  <a:lnTo>
                    <a:pt x="4389120" y="1926336"/>
                  </a:lnTo>
                  <a:lnTo>
                    <a:pt x="0" y="1926336"/>
                  </a:lnTo>
                  <a:close/>
                </a:path>
              </a:pathLst>
            </a:custGeom>
            <a:blipFill>
              <a:blip r:embed="rId3">
                <a:alphaModFix amt="0"/>
              </a:blip>
              <a:stretch>
                <a:fillRect l="-6311" t="0" r="-6311" b="0"/>
              </a:stretch>
            </a:blipFill>
          </p:spPr>
        </p:sp>
        <p:sp>
          <p:nvSpPr>
            <p:cNvPr name="TextBox 26" id="26"/>
            <p:cNvSpPr txBox="true"/>
            <p:nvPr/>
          </p:nvSpPr>
          <p:spPr>
            <a:xfrm>
              <a:off x="0" y="0"/>
              <a:ext cx="4389120" cy="19263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v2 보완: -24%p</a:t>
              </a:r>
            </a:p>
            <a:p>
              <a:pPr algn="l">
                <a:lnSpc>
                  <a:spcPts val="2400"/>
                </a:lnSpc>
              </a:pPr>
              <a:r>
                <a:rPr lang="en-US" sz="2000">
                  <a:solidFill>
                    <a:srgbClr val="6B7280"/>
                  </a:solidFill>
                  <a:latin typeface="Noto Sans"/>
                  <a:ea typeface="Noto Sans"/>
                  <a:cs typeface="Noto Sans"/>
                  <a:sym typeface="Noto Sans"/>
                </a:rPr>
                <a:t>엉뚱한 매뉴얼 혼입</a:t>
              </a:r>
            </a:p>
            <a:p>
              <a:pPr algn="l">
                <a:lnSpc>
                  <a:spcPts val="2400"/>
                </a:lnSpc>
              </a:pPr>
              <a:r>
                <a:rPr lang="en-US" sz="2000">
                  <a:solidFill>
                    <a:srgbClr val="6B7280"/>
                  </a:solidFill>
                  <a:latin typeface="Noto Sans"/>
                  <a:ea typeface="Noto Sans"/>
                  <a:cs typeface="Noto Sans"/>
                  <a:sym typeface="Noto Sans"/>
                </a:rPr>
                <a:t>효과 확인 ✓</a:t>
              </a:r>
            </a:p>
          </p:txBody>
        </p:sp>
      </p:grpSp>
      <p:grpSp>
        <p:nvGrpSpPr>
          <p:cNvPr name="Group 27" id="27"/>
          <p:cNvGrpSpPr/>
          <p:nvPr/>
        </p:nvGrpSpPr>
        <p:grpSpPr>
          <a:xfrm rot="-90000">
            <a:off x="13618207" y="5754367"/>
            <a:ext cx="3853177" cy="1750057"/>
            <a:chOff x="0" y="0"/>
            <a:chExt cx="5137569" cy="2333409"/>
          </a:xfrm>
        </p:grpSpPr>
        <p:sp>
          <p:nvSpPr>
            <p:cNvPr name="Freeform 28" id="28"/>
            <p:cNvSpPr/>
            <p:nvPr/>
          </p:nvSpPr>
          <p:spPr>
            <a:xfrm flipH="false" flipV="false" rot="0">
              <a:off x="0" y="0"/>
              <a:ext cx="5137531" cy="2333371"/>
            </a:xfrm>
            <a:custGeom>
              <a:avLst/>
              <a:gdLst/>
              <a:ahLst/>
              <a:cxnLst/>
              <a:rect r="r" b="b" t="t" l="l"/>
              <a:pathLst>
                <a:path h="2333371" w="5137531">
                  <a:moveTo>
                    <a:pt x="0" y="0"/>
                  </a:moveTo>
                  <a:lnTo>
                    <a:pt x="5137531" y="0"/>
                  </a:lnTo>
                  <a:lnTo>
                    <a:pt x="5137531" y="2333371"/>
                  </a:lnTo>
                  <a:lnTo>
                    <a:pt x="0" y="2333371"/>
                  </a:lnTo>
                  <a:close/>
                </a:path>
              </a:pathLst>
            </a:custGeom>
            <a:solidFill>
              <a:srgbClr val="FDECEE"/>
            </a:solidFill>
            <a:ln w="12700" cap="sq">
              <a:solidFill>
                <a:srgbClr val="E8D3A8"/>
              </a:solidFill>
              <a:prstDash val="solid"/>
              <a:miter/>
            </a:ln>
          </p:spPr>
        </p:sp>
      </p:grpSp>
      <p:grpSp>
        <p:nvGrpSpPr>
          <p:cNvPr name="Group 29" id="29"/>
          <p:cNvGrpSpPr/>
          <p:nvPr/>
        </p:nvGrpSpPr>
        <p:grpSpPr>
          <a:xfrm rot="-90000">
            <a:off x="13898880" y="5907024"/>
            <a:ext cx="3291840" cy="1444752"/>
            <a:chOff x="0" y="0"/>
            <a:chExt cx="4389120" cy="1926336"/>
          </a:xfrm>
        </p:grpSpPr>
        <p:sp>
          <p:nvSpPr>
            <p:cNvPr name="Freeform 30" id="30"/>
            <p:cNvSpPr/>
            <p:nvPr/>
          </p:nvSpPr>
          <p:spPr>
            <a:xfrm flipH="false" flipV="false" rot="0">
              <a:off x="0" y="0"/>
              <a:ext cx="4389120" cy="1926336"/>
            </a:xfrm>
            <a:custGeom>
              <a:avLst/>
              <a:gdLst/>
              <a:ahLst/>
              <a:cxnLst/>
              <a:rect r="r" b="b" t="t" l="l"/>
              <a:pathLst>
                <a:path h="1926336" w="4389120">
                  <a:moveTo>
                    <a:pt x="0" y="0"/>
                  </a:moveTo>
                  <a:lnTo>
                    <a:pt x="4389120" y="0"/>
                  </a:lnTo>
                  <a:lnTo>
                    <a:pt x="4389120" y="1926336"/>
                  </a:lnTo>
                  <a:lnTo>
                    <a:pt x="0" y="1926336"/>
                  </a:lnTo>
                  <a:close/>
                </a:path>
              </a:pathLst>
            </a:custGeom>
            <a:blipFill>
              <a:blip r:embed="rId3">
                <a:alphaModFix amt="0"/>
              </a:blip>
              <a:stretch>
                <a:fillRect l="-6311" t="0" r="-6311" b="0"/>
              </a:stretch>
            </a:blipFill>
          </p:spPr>
        </p:sp>
        <p:sp>
          <p:nvSpPr>
            <p:cNvPr name="TextBox 31" id="31"/>
            <p:cNvSpPr txBox="true"/>
            <p:nvPr/>
          </p:nvSpPr>
          <p:spPr>
            <a:xfrm>
              <a:off x="0" y="0"/>
              <a:ext cx="4389120" cy="19263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Judge</a:t>
              </a:r>
            </a:p>
            <a:p>
              <a:pPr algn="l">
                <a:lnSpc>
                  <a:spcPts val="2400"/>
                </a:lnSpc>
              </a:pPr>
              <a:r>
                <a:rPr lang="en-US" sz="2000" b="true">
                  <a:solidFill>
                    <a:srgbClr val="6B7280"/>
                  </a:solidFill>
                  <a:latin typeface="Noto Sans Bold"/>
                  <a:ea typeface="Noto Sans Bold"/>
                  <a:cs typeface="Noto Sans Bold"/>
                  <a:sym typeface="Noto Sans Bold"/>
                </a:rPr>
                <a:t>품질 향상 확인 안 됨</a:t>
              </a:r>
            </a:p>
            <a:p>
              <a:pPr algn="l">
                <a:lnSpc>
                  <a:spcPts val="2400"/>
                </a:lnSpc>
              </a:pPr>
              <a:r>
                <a:rPr lang="en-US" sz="2000">
                  <a:solidFill>
                    <a:srgbClr val="6B7280"/>
                  </a:solidFill>
                  <a:latin typeface="Noto Sans"/>
                  <a:ea typeface="Noto Sans"/>
                  <a:cs typeface="Noto Sans"/>
                  <a:sym typeface="Noto Sans"/>
                </a:rPr>
                <a:t>가짜 이름 21/29 잡음</a:t>
              </a:r>
            </a:p>
          </p:txBody>
        </p:sp>
      </p:grpSp>
      <p:grpSp>
        <p:nvGrpSpPr>
          <p:cNvPr name="Group 32" id="32"/>
          <p:cNvGrpSpPr/>
          <p:nvPr/>
        </p:nvGrpSpPr>
        <p:grpSpPr>
          <a:xfrm rot="0">
            <a:off x="810263" y="8180327"/>
            <a:ext cx="16667483" cy="1122683"/>
            <a:chOff x="0" y="0"/>
            <a:chExt cx="22223311" cy="1496911"/>
          </a:xfrm>
        </p:grpSpPr>
        <p:sp>
          <p:nvSpPr>
            <p:cNvPr name="Freeform 33" id="33"/>
            <p:cNvSpPr/>
            <p:nvPr/>
          </p:nvSpPr>
          <p:spPr>
            <a:xfrm flipH="false" flipV="false" rot="0">
              <a:off x="0" y="0"/>
              <a:ext cx="22223222" cy="1496822"/>
            </a:xfrm>
            <a:custGeom>
              <a:avLst/>
              <a:gdLst/>
              <a:ahLst/>
              <a:cxnLst/>
              <a:rect r="r" b="b" t="t" l="l"/>
              <a:pathLst>
                <a:path h="1496822" w="22223222">
                  <a:moveTo>
                    <a:pt x="0" y="748411"/>
                  </a:moveTo>
                  <a:cubicBezTo>
                    <a:pt x="0" y="335153"/>
                    <a:pt x="335153" y="0"/>
                    <a:pt x="748411" y="0"/>
                  </a:cubicBezTo>
                  <a:lnTo>
                    <a:pt x="21474812" y="0"/>
                  </a:lnTo>
                  <a:cubicBezTo>
                    <a:pt x="21888196" y="0"/>
                    <a:pt x="22223222" y="335153"/>
                    <a:pt x="22223222" y="748411"/>
                  </a:cubicBezTo>
                  <a:cubicBezTo>
                    <a:pt x="22223222" y="1161669"/>
                    <a:pt x="21888069" y="1496822"/>
                    <a:pt x="21474812" y="1496822"/>
                  </a:cubicBezTo>
                  <a:lnTo>
                    <a:pt x="748411" y="1496822"/>
                  </a:lnTo>
                  <a:cubicBezTo>
                    <a:pt x="335153" y="1496949"/>
                    <a:pt x="0" y="1161796"/>
                    <a:pt x="0" y="748411"/>
                  </a:cubicBezTo>
                  <a:close/>
                </a:path>
              </a:pathLst>
            </a:custGeom>
            <a:solidFill>
              <a:srgbClr val="C8102E"/>
            </a:solidFill>
            <a:ln w="25400" cap="sq">
              <a:solidFill>
                <a:srgbClr val="C8102E"/>
              </a:solidFill>
              <a:prstDash val="solid"/>
              <a:miter/>
            </a:ln>
          </p:spPr>
        </p:sp>
      </p:grpSp>
      <p:grpSp>
        <p:nvGrpSpPr>
          <p:cNvPr name="Group 34" id="34"/>
          <p:cNvGrpSpPr/>
          <p:nvPr/>
        </p:nvGrpSpPr>
        <p:grpSpPr>
          <a:xfrm rot="0">
            <a:off x="1188720" y="8193024"/>
            <a:ext cx="15910560" cy="1097280"/>
            <a:chOff x="0" y="0"/>
            <a:chExt cx="21214080" cy="1463040"/>
          </a:xfrm>
        </p:grpSpPr>
        <p:sp>
          <p:nvSpPr>
            <p:cNvPr name="Freeform 35" id="35"/>
            <p:cNvSpPr/>
            <p:nvPr/>
          </p:nvSpPr>
          <p:spPr>
            <a:xfrm flipH="false" flipV="false" rot="0">
              <a:off x="0" y="0"/>
              <a:ext cx="21214080" cy="1463040"/>
            </a:xfrm>
            <a:custGeom>
              <a:avLst/>
              <a:gdLst/>
              <a:ahLst/>
              <a:cxnLst/>
              <a:rect r="r" b="b" t="t" l="l"/>
              <a:pathLst>
                <a:path h="1463040" w="21214080">
                  <a:moveTo>
                    <a:pt x="0" y="0"/>
                  </a:moveTo>
                  <a:lnTo>
                    <a:pt x="21214080" y="0"/>
                  </a:lnTo>
                  <a:lnTo>
                    <a:pt x="21214080" y="1463040"/>
                  </a:lnTo>
                  <a:lnTo>
                    <a:pt x="0" y="1463040"/>
                  </a:lnTo>
                  <a:close/>
                </a:path>
              </a:pathLst>
            </a:custGeom>
            <a:blipFill>
              <a:blip r:embed="rId3">
                <a:alphaModFix amt="0"/>
              </a:blip>
              <a:stretch>
                <a:fillRect l="0" t="-232533" r="0" b="-232533"/>
              </a:stretch>
            </a:blipFill>
          </p:spPr>
        </p:sp>
        <p:sp>
          <p:nvSpPr>
            <p:cNvPr name="TextBox 36" id="36"/>
            <p:cNvSpPr txBox="true"/>
            <p:nvPr/>
          </p:nvSpPr>
          <p:spPr>
            <a:xfrm>
              <a:off x="0" y="0"/>
              <a:ext cx="21214080" cy="1463040"/>
            </a:xfrm>
            <a:prstGeom prst="rect">
              <a:avLst/>
            </a:prstGeom>
          </p:spPr>
          <p:txBody>
            <a:bodyPr anchor="ctr" rtlCol="false" tIns="0" lIns="0" bIns="0" rIns="0"/>
            <a:lstStyle/>
            <a:p>
              <a:pPr algn="ctr">
                <a:lnSpc>
                  <a:spcPts val="3840"/>
                </a:lnSpc>
              </a:pPr>
              <a:r>
                <a:rPr lang="en-US" sz="3200" b="true">
                  <a:solidFill>
                    <a:srgbClr val="FFFFFF"/>
                  </a:solidFill>
                  <a:latin typeface="Noto Sans Bold"/>
                  <a:ea typeface="Noto Sans Bold"/>
                  <a:cs typeface="Noto Sans Bold"/>
                  <a:sym typeface="Noto Sans Bold"/>
                </a:rPr>
                <a:t>AI 검수를 넣는다고 좋아지진 않았다: 측정이 먼저</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14400"/>
            <a:chOff x="0" y="0"/>
            <a:chExt cx="18288000" cy="1219200"/>
          </a:xfrm>
        </p:grpSpPr>
        <p:sp>
          <p:nvSpPr>
            <p:cNvPr name="Freeform 5" id="5"/>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6" id="6"/>
            <p:cNvSpPr txBox="true"/>
            <p:nvPr/>
          </p:nvSpPr>
          <p:spPr>
            <a:xfrm>
              <a:off x="0" y="9525"/>
              <a:ext cx="18288000" cy="1209675"/>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운영에서는요</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6</a:t>
              </a:r>
            </a:p>
          </p:txBody>
        </p:sp>
      </p:grpSp>
      <p:grpSp>
        <p:nvGrpSpPr>
          <p:cNvPr name="Group 13" id="13"/>
          <p:cNvGrpSpPr/>
          <p:nvPr/>
        </p:nvGrpSpPr>
        <p:grpSpPr>
          <a:xfrm rot="0">
            <a:off x="1084583" y="1907543"/>
            <a:ext cx="5146043" cy="4140203"/>
            <a:chOff x="0" y="0"/>
            <a:chExt cx="6861391" cy="5520271"/>
          </a:xfrm>
        </p:grpSpPr>
        <p:sp>
          <p:nvSpPr>
            <p:cNvPr name="Freeform 14" id="14"/>
            <p:cNvSpPr/>
            <p:nvPr/>
          </p:nvSpPr>
          <p:spPr>
            <a:xfrm flipH="false" flipV="false" rot="0">
              <a:off x="0" y="0"/>
              <a:ext cx="6861302" cy="5520182"/>
            </a:xfrm>
            <a:custGeom>
              <a:avLst/>
              <a:gdLst/>
              <a:ahLst/>
              <a:cxnLst/>
              <a:rect r="r" b="b" t="t" l="l"/>
              <a:pathLst>
                <a:path h="5520182" w="6861302">
                  <a:moveTo>
                    <a:pt x="0" y="539750"/>
                  </a:moveTo>
                  <a:cubicBezTo>
                    <a:pt x="0" y="241681"/>
                    <a:pt x="241681" y="0"/>
                    <a:pt x="539750" y="0"/>
                  </a:cubicBezTo>
                  <a:lnTo>
                    <a:pt x="6321552" y="0"/>
                  </a:lnTo>
                  <a:cubicBezTo>
                    <a:pt x="6619621" y="0"/>
                    <a:pt x="6861302" y="241681"/>
                    <a:pt x="6861302" y="539750"/>
                  </a:cubicBezTo>
                  <a:lnTo>
                    <a:pt x="6861302" y="4980432"/>
                  </a:lnTo>
                  <a:cubicBezTo>
                    <a:pt x="6861302" y="5278501"/>
                    <a:pt x="6619621" y="5520182"/>
                    <a:pt x="6321552" y="5520182"/>
                  </a:cubicBezTo>
                  <a:lnTo>
                    <a:pt x="539750" y="5520182"/>
                  </a:lnTo>
                  <a:cubicBezTo>
                    <a:pt x="241681" y="5520182"/>
                    <a:pt x="0" y="5278501"/>
                    <a:pt x="0" y="4980432"/>
                  </a:cubicBezTo>
                  <a:close/>
                </a:path>
              </a:pathLst>
            </a:custGeom>
            <a:solidFill>
              <a:srgbClr val="F4F4F5"/>
            </a:solidFill>
            <a:ln w="25400" cap="sq">
              <a:solidFill>
                <a:srgbClr val="F4F4F5"/>
              </a:solidFill>
              <a:prstDash val="solid"/>
              <a:miter/>
            </a:ln>
          </p:spPr>
        </p:sp>
      </p:grpSp>
      <p:grpSp>
        <p:nvGrpSpPr>
          <p:cNvPr name="Group 15" id="15"/>
          <p:cNvGrpSpPr/>
          <p:nvPr/>
        </p:nvGrpSpPr>
        <p:grpSpPr>
          <a:xfrm rot="0">
            <a:off x="1554480" y="2231136"/>
            <a:ext cx="4297680" cy="548640"/>
            <a:chOff x="0" y="0"/>
            <a:chExt cx="5730240" cy="731520"/>
          </a:xfrm>
        </p:grpSpPr>
        <p:sp>
          <p:nvSpPr>
            <p:cNvPr name="Freeform 16" id="16"/>
            <p:cNvSpPr/>
            <p:nvPr/>
          </p:nvSpPr>
          <p:spPr>
            <a:xfrm flipH="false" flipV="false" rot="0">
              <a:off x="0" y="0"/>
              <a:ext cx="5730240" cy="731520"/>
            </a:xfrm>
            <a:custGeom>
              <a:avLst/>
              <a:gdLst/>
              <a:ahLst/>
              <a:cxnLst/>
              <a:rect r="r" b="b" t="t" l="l"/>
              <a:pathLst>
                <a:path h="731520" w="5730240">
                  <a:moveTo>
                    <a:pt x="0" y="0"/>
                  </a:moveTo>
                  <a:lnTo>
                    <a:pt x="5730240" y="0"/>
                  </a:lnTo>
                  <a:lnTo>
                    <a:pt x="5730240" y="731520"/>
                  </a:lnTo>
                  <a:lnTo>
                    <a:pt x="0" y="731520"/>
                  </a:lnTo>
                  <a:close/>
                </a:path>
              </a:pathLst>
            </a:custGeom>
            <a:blipFill>
              <a:blip r:embed="rId3">
                <a:alphaModFix amt="0"/>
              </a:blip>
              <a:stretch>
                <a:fillRect l="0" t="-102632" r="0" b="-102632"/>
              </a:stretch>
            </a:blipFill>
          </p:spPr>
        </p:sp>
        <p:sp>
          <p:nvSpPr>
            <p:cNvPr name="TextBox 17" id="17"/>
            <p:cNvSpPr txBox="true"/>
            <p:nvPr/>
          </p:nvSpPr>
          <p:spPr>
            <a:xfrm>
              <a:off x="0" y="9525"/>
              <a:ext cx="5730240" cy="721995"/>
            </a:xfrm>
            <a:prstGeom prst="rect">
              <a:avLst/>
            </a:prstGeom>
          </p:spPr>
          <p:txBody>
            <a:bodyPr anchor="ctr" rtlCol="false" tIns="0" lIns="0" bIns="0" rIns="0"/>
            <a:lstStyle/>
            <a:p>
              <a:pPr algn="l">
                <a:lnSpc>
                  <a:spcPts val="2879"/>
                </a:lnSpc>
              </a:pPr>
              <a:r>
                <a:rPr lang="en-US" sz="2400">
                  <a:solidFill>
                    <a:srgbClr val="6B7280"/>
                  </a:solidFill>
                  <a:latin typeface="Noto Sans"/>
                  <a:ea typeface="Noto Sans"/>
                  <a:cs typeface="Noto Sans"/>
                  <a:sym typeface="Noto Sans"/>
                </a:rPr>
                <a:t>장애 1건 비용</a:t>
              </a:r>
            </a:p>
          </p:txBody>
        </p:sp>
      </p:grpSp>
      <p:grpSp>
        <p:nvGrpSpPr>
          <p:cNvPr name="Group 18" id="18"/>
          <p:cNvGrpSpPr/>
          <p:nvPr/>
        </p:nvGrpSpPr>
        <p:grpSpPr>
          <a:xfrm rot="0">
            <a:off x="1554480" y="2926080"/>
            <a:ext cx="4297680" cy="1828800"/>
            <a:chOff x="0" y="0"/>
            <a:chExt cx="5730240" cy="2438400"/>
          </a:xfrm>
        </p:grpSpPr>
        <p:sp>
          <p:nvSpPr>
            <p:cNvPr name="Freeform 19" id="19"/>
            <p:cNvSpPr/>
            <p:nvPr/>
          </p:nvSpPr>
          <p:spPr>
            <a:xfrm flipH="false" flipV="false" rot="0">
              <a:off x="0" y="0"/>
              <a:ext cx="5730240" cy="2438400"/>
            </a:xfrm>
            <a:custGeom>
              <a:avLst/>
              <a:gdLst/>
              <a:ahLst/>
              <a:cxnLst/>
              <a:rect r="r" b="b" t="t" l="l"/>
              <a:pathLst>
                <a:path h="2438400" w="5730240">
                  <a:moveTo>
                    <a:pt x="0" y="0"/>
                  </a:moveTo>
                  <a:lnTo>
                    <a:pt x="5730240" y="0"/>
                  </a:lnTo>
                  <a:lnTo>
                    <a:pt x="5730240" y="2438400"/>
                  </a:lnTo>
                  <a:lnTo>
                    <a:pt x="0" y="2438400"/>
                  </a:lnTo>
                  <a:close/>
                </a:path>
              </a:pathLst>
            </a:custGeom>
            <a:blipFill>
              <a:blip r:embed="rId3">
                <a:alphaModFix amt="0"/>
              </a:blip>
              <a:stretch>
                <a:fillRect l="-4597" t="0" r="-4597" b="0"/>
              </a:stretch>
            </a:blipFill>
          </p:spPr>
        </p:sp>
        <p:sp>
          <p:nvSpPr>
            <p:cNvPr name="TextBox 20" id="20"/>
            <p:cNvSpPr txBox="true"/>
            <p:nvPr/>
          </p:nvSpPr>
          <p:spPr>
            <a:xfrm>
              <a:off x="0" y="0"/>
              <a:ext cx="5730240" cy="2438400"/>
            </a:xfrm>
            <a:prstGeom prst="rect">
              <a:avLst/>
            </a:prstGeom>
          </p:spPr>
          <p:txBody>
            <a:bodyPr anchor="ctr" rtlCol="false" tIns="0" lIns="0" bIns="0" rIns="0"/>
            <a:lstStyle/>
            <a:p>
              <a:pPr algn="l">
                <a:lnSpc>
                  <a:spcPts val="11040"/>
                </a:lnSpc>
              </a:pPr>
              <a:r>
                <a:rPr lang="en-US" sz="9200" b="true">
                  <a:solidFill>
                    <a:srgbClr val="C8102E"/>
                  </a:solidFill>
                  <a:latin typeface="Noto Sans Bold"/>
                  <a:ea typeface="Noto Sans Bold"/>
                  <a:cs typeface="Noto Sans Bold"/>
                  <a:sym typeface="Noto Sans Bold"/>
                </a:rPr>
                <a:t>-84%</a:t>
              </a:r>
            </a:p>
          </p:txBody>
        </p:sp>
      </p:grpSp>
      <p:grpSp>
        <p:nvGrpSpPr>
          <p:cNvPr name="Group 21" id="21"/>
          <p:cNvGrpSpPr/>
          <p:nvPr/>
        </p:nvGrpSpPr>
        <p:grpSpPr>
          <a:xfrm rot="0">
            <a:off x="1554480" y="5029200"/>
            <a:ext cx="4297680" cy="548640"/>
            <a:chOff x="0" y="0"/>
            <a:chExt cx="5730240" cy="731520"/>
          </a:xfrm>
        </p:grpSpPr>
        <p:sp>
          <p:nvSpPr>
            <p:cNvPr name="Freeform 22" id="22"/>
            <p:cNvSpPr/>
            <p:nvPr/>
          </p:nvSpPr>
          <p:spPr>
            <a:xfrm flipH="false" flipV="false" rot="0">
              <a:off x="0" y="0"/>
              <a:ext cx="5730240" cy="731520"/>
            </a:xfrm>
            <a:custGeom>
              <a:avLst/>
              <a:gdLst/>
              <a:ahLst/>
              <a:cxnLst/>
              <a:rect r="r" b="b" t="t" l="l"/>
              <a:pathLst>
                <a:path h="731520" w="5730240">
                  <a:moveTo>
                    <a:pt x="0" y="0"/>
                  </a:moveTo>
                  <a:lnTo>
                    <a:pt x="5730240" y="0"/>
                  </a:lnTo>
                  <a:lnTo>
                    <a:pt x="5730240" y="731520"/>
                  </a:lnTo>
                  <a:lnTo>
                    <a:pt x="0" y="731520"/>
                  </a:lnTo>
                  <a:close/>
                </a:path>
              </a:pathLst>
            </a:custGeom>
            <a:blipFill>
              <a:blip r:embed="rId3">
                <a:alphaModFix amt="0"/>
              </a:blip>
              <a:stretch>
                <a:fillRect l="0" t="-102632" r="0" b="-102632"/>
              </a:stretch>
            </a:blipFill>
          </p:spPr>
        </p:sp>
        <p:sp>
          <p:nvSpPr>
            <p:cNvPr name="TextBox 23" id="23"/>
            <p:cNvSpPr txBox="true"/>
            <p:nvPr/>
          </p:nvSpPr>
          <p:spPr>
            <a:xfrm>
              <a:off x="0" y="0"/>
              <a:ext cx="5730240" cy="731520"/>
            </a:xfrm>
            <a:prstGeom prst="rect">
              <a:avLst/>
            </a:prstGeom>
          </p:spPr>
          <p:txBody>
            <a:bodyPr anchor="ctr" rtlCol="false" tIns="0" lIns="0" bIns="0" rIns="0"/>
            <a:lstStyle/>
            <a:p>
              <a:pPr algn="l">
                <a:lnSpc>
                  <a:spcPts val="2760"/>
                </a:lnSpc>
              </a:pPr>
              <a:r>
                <a:rPr lang="en-US" sz="2300">
                  <a:solidFill>
                    <a:srgbClr val="1A1A1A"/>
                  </a:solidFill>
                  <a:latin typeface="Noto Sans"/>
                  <a:ea typeface="Noto Sans"/>
                  <a:cs typeface="Noto Sans"/>
                  <a:sym typeface="Noto Sans"/>
                </a:rPr>
                <a:t>$0.00343 → $0.00057</a:t>
              </a:r>
            </a:p>
          </p:txBody>
        </p:sp>
      </p:grpSp>
      <p:grpSp>
        <p:nvGrpSpPr>
          <p:cNvPr name="Group 24" id="24"/>
          <p:cNvGrpSpPr/>
          <p:nvPr/>
        </p:nvGrpSpPr>
        <p:grpSpPr>
          <a:xfrm rot="0">
            <a:off x="6534407" y="1907543"/>
            <a:ext cx="5146043" cy="4140203"/>
            <a:chOff x="0" y="0"/>
            <a:chExt cx="6861391" cy="5520271"/>
          </a:xfrm>
        </p:grpSpPr>
        <p:sp>
          <p:nvSpPr>
            <p:cNvPr name="Freeform 25" id="25"/>
            <p:cNvSpPr/>
            <p:nvPr/>
          </p:nvSpPr>
          <p:spPr>
            <a:xfrm flipH="false" flipV="false" rot="0">
              <a:off x="0" y="0"/>
              <a:ext cx="6861302" cy="5520182"/>
            </a:xfrm>
            <a:custGeom>
              <a:avLst/>
              <a:gdLst/>
              <a:ahLst/>
              <a:cxnLst/>
              <a:rect r="r" b="b" t="t" l="l"/>
              <a:pathLst>
                <a:path h="5520182" w="6861302">
                  <a:moveTo>
                    <a:pt x="0" y="539750"/>
                  </a:moveTo>
                  <a:cubicBezTo>
                    <a:pt x="0" y="241681"/>
                    <a:pt x="241681" y="0"/>
                    <a:pt x="539750" y="0"/>
                  </a:cubicBezTo>
                  <a:lnTo>
                    <a:pt x="6321552" y="0"/>
                  </a:lnTo>
                  <a:cubicBezTo>
                    <a:pt x="6619621" y="0"/>
                    <a:pt x="6861302" y="241681"/>
                    <a:pt x="6861302" y="539750"/>
                  </a:cubicBezTo>
                  <a:lnTo>
                    <a:pt x="6861302" y="4980432"/>
                  </a:lnTo>
                  <a:cubicBezTo>
                    <a:pt x="6861302" y="5278501"/>
                    <a:pt x="6619621" y="5520182"/>
                    <a:pt x="6321552" y="5520182"/>
                  </a:cubicBezTo>
                  <a:lnTo>
                    <a:pt x="539750" y="5520182"/>
                  </a:lnTo>
                  <a:cubicBezTo>
                    <a:pt x="241681" y="5520182"/>
                    <a:pt x="0" y="5278501"/>
                    <a:pt x="0" y="4980432"/>
                  </a:cubicBezTo>
                  <a:close/>
                </a:path>
              </a:pathLst>
            </a:custGeom>
            <a:solidFill>
              <a:srgbClr val="F4F4F5"/>
            </a:solidFill>
            <a:ln w="25400" cap="sq">
              <a:solidFill>
                <a:srgbClr val="F4F4F5"/>
              </a:solidFill>
              <a:prstDash val="solid"/>
              <a:miter/>
            </a:ln>
          </p:spPr>
        </p:sp>
      </p:grpSp>
      <p:grpSp>
        <p:nvGrpSpPr>
          <p:cNvPr name="Group 26" id="26"/>
          <p:cNvGrpSpPr/>
          <p:nvPr/>
        </p:nvGrpSpPr>
        <p:grpSpPr>
          <a:xfrm rot="0">
            <a:off x="7004304" y="2231136"/>
            <a:ext cx="4297680" cy="548640"/>
            <a:chOff x="0" y="0"/>
            <a:chExt cx="5730240" cy="731520"/>
          </a:xfrm>
        </p:grpSpPr>
        <p:sp>
          <p:nvSpPr>
            <p:cNvPr name="Freeform 27" id="27"/>
            <p:cNvSpPr/>
            <p:nvPr/>
          </p:nvSpPr>
          <p:spPr>
            <a:xfrm flipH="false" flipV="false" rot="0">
              <a:off x="0" y="0"/>
              <a:ext cx="5730240" cy="731520"/>
            </a:xfrm>
            <a:custGeom>
              <a:avLst/>
              <a:gdLst/>
              <a:ahLst/>
              <a:cxnLst/>
              <a:rect r="r" b="b" t="t" l="l"/>
              <a:pathLst>
                <a:path h="731520" w="5730240">
                  <a:moveTo>
                    <a:pt x="0" y="0"/>
                  </a:moveTo>
                  <a:lnTo>
                    <a:pt x="5730240" y="0"/>
                  </a:lnTo>
                  <a:lnTo>
                    <a:pt x="5730240" y="731520"/>
                  </a:lnTo>
                  <a:lnTo>
                    <a:pt x="0" y="731520"/>
                  </a:lnTo>
                  <a:close/>
                </a:path>
              </a:pathLst>
            </a:custGeom>
            <a:blipFill>
              <a:blip r:embed="rId3">
                <a:alphaModFix amt="0"/>
              </a:blip>
              <a:stretch>
                <a:fillRect l="0" t="-102632" r="0" b="-102632"/>
              </a:stretch>
            </a:blipFill>
          </p:spPr>
        </p:sp>
        <p:sp>
          <p:nvSpPr>
            <p:cNvPr name="TextBox 28" id="28"/>
            <p:cNvSpPr txBox="true"/>
            <p:nvPr/>
          </p:nvSpPr>
          <p:spPr>
            <a:xfrm>
              <a:off x="0" y="9525"/>
              <a:ext cx="5730240" cy="721995"/>
            </a:xfrm>
            <a:prstGeom prst="rect">
              <a:avLst/>
            </a:prstGeom>
          </p:spPr>
          <p:txBody>
            <a:bodyPr anchor="ctr" rtlCol="false" tIns="0" lIns="0" bIns="0" rIns="0"/>
            <a:lstStyle/>
            <a:p>
              <a:pPr algn="l">
                <a:lnSpc>
                  <a:spcPts val="2879"/>
                </a:lnSpc>
              </a:pPr>
              <a:r>
                <a:rPr lang="en-US" sz="2400">
                  <a:solidFill>
                    <a:srgbClr val="6B7280"/>
                  </a:solidFill>
                  <a:latin typeface="Noto Sans"/>
                  <a:ea typeface="Noto Sans"/>
                  <a:cs typeface="Noto Sans"/>
                  <a:sym typeface="Noto Sans"/>
                </a:rPr>
                <a:t>동시 질문 10개</a:t>
              </a:r>
            </a:p>
          </p:txBody>
        </p:sp>
      </p:grpSp>
      <p:grpSp>
        <p:nvGrpSpPr>
          <p:cNvPr name="Group 29" id="29"/>
          <p:cNvGrpSpPr/>
          <p:nvPr/>
        </p:nvGrpSpPr>
        <p:grpSpPr>
          <a:xfrm rot="0">
            <a:off x="7004304" y="2926080"/>
            <a:ext cx="4297680" cy="1828800"/>
            <a:chOff x="0" y="0"/>
            <a:chExt cx="5730240" cy="2438400"/>
          </a:xfrm>
        </p:grpSpPr>
        <p:sp>
          <p:nvSpPr>
            <p:cNvPr name="Freeform 30" id="30"/>
            <p:cNvSpPr/>
            <p:nvPr/>
          </p:nvSpPr>
          <p:spPr>
            <a:xfrm flipH="false" flipV="false" rot="0">
              <a:off x="0" y="0"/>
              <a:ext cx="5730240" cy="2438400"/>
            </a:xfrm>
            <a:custGeom>
              <a:avLst/>
              <a:gdLst/>
              <a:ahLst/>
              <a:cxnLst/>
              <a:rect r="r" b="b" t="t" l="l"/>
              <a:pathLst>
                <a:path h="2438400" w="5730240">
                  <a:moveTo>
                    <a:pt x="0" y="0"/>
                  </a:moveTo>
                  <a:lnTo>
                    <a:pt x="5730240" y="0"/>
                  </a:lnTo>
                  <a:lnTo>
                    <a:pt x="5730240" y="2438400"/>
                  </a:lnTo>
                  <a:lnTo>
                    <a:pt x="0" y="2438400"/>
                  </a:lnTo>
                  <a:close/>
                </a:path>
              </a:pathLst>
            </a:custGeom>
            <a:blipFill>
              <a:blip r:embed="rId3">
                <a:alphaModFix amt="0"/>
              </a:blip>
              <a:stretch>
                <a:fillRect l="-4597" t="0" r="-4597" b="0"/>
              </a:stretch>
            </a:blipFill>
          </p:spPr>
        </p:sp>
        <p:sp>
          <p:nvSpPr>
            <p:cNvPr name="TextBox 31" id="31"/>
            <p:cNvSpPr txBox="true"/>
            <p:nvPr/>
          </p:nvSpPr>
          <p:spPr>
            <a:xfrm>
              <a:off x="0" y="0"/>
              <a:ext cx="5730240" cy="2438400"/>
            </a:xfrm>
            <a:prstGeom prst="rect">
              <a:avLst/>
            </a:prstGeom>
          </p:spPr>
          <p:txBody>
            <a:bodyPr anchor="ctr" rtlCol="false" tIns="0" lIns="0" bIns="0" rIns="0"/>
            <a:lstStyle/>
            <a:p>
              <a:pPr algn="l">
                <a:lnSpc>
                  <a:spcPts val="11040"/>
                </a:lnSpc>
              </a:pPr>
              <a:r>
                <a:rPr lang="en-US" sz="9200" b="true">
                  <a:solidFill>
                    <a:srgbClr val="C8102E"/>
                  </a:solidFill>
                  <a:latin typeface="Noto Sans Bold"/>
                  <a:ea typeface="Noto Sans Bold"/>
                  <a:cs typeface="Noto Sans Bold"/>
                  <a:sym typeface="Noto Sans Bold"/>
                </a:rPr>
                <a:t>9.2초</a:t>
              </a:r>
            </a:p>
          </p:txBody>
        </p:sp>
      </p:grpSp>
      <p:grpSp>
        <p:nvGrpSpPr>
          <p:cNvPr name="Group 32" id="32"/>
          <p:cNvGrpSpPr/>
          <p:nvPr/>
        </p:nvGrpSpPr>
        <p:grpSpPr>
          <a:xfrm rot="0">
            <a:off x="7004304" y="5029200"/>
            <a:ext cx="4297680" cy="548640"/>
            <a:chOff x="0" y="0"/>
            <a:chExt cx="5730240" cy="731520"/>
          </a:xfrm>
        </p:grpSpPr>
        <p:sp>
          <p:nvSpPr>
            <p:cNvPr name="Freeform 33" id="33"/>
            <p:cNvSpPr/>
            <p:nvPr/>
          </p:nvSpPr>
          <p:spPr>
            <a:xfrm flipH="false" flipV="false" rot="0">
              <a:off x="0" y="0"/>
              <a:ext cx="5730240" cy="731520"/>
            </a:xfrm>
            <a:custGeom>
              <a:avLst/>
              <a:gdLst/>
              <a:ahLst/>
              <a:cxnLst/>
              <a:rect r="r" b="b" t="t" l="l"/>
              <a:pathLst>
                <a:path h="731520" w="5730240">
                  <a:moveTo>
                    <a:pt x="0" y="0"/>
                  </a:moveTo>
                  <a:lnTo>
                    <a:pt x="5730240" y="0"/>
                  </a:lnTo>
                  <a:lnTo>
                    <a:pt x="5730240" y="731520"/>
                  </a:lnTo>
                  <a:lnTo>
                    <a:pt x="0" y="731520"/>
                  </a:lnTo>
                  <a:close/>
                </a:path>
              </a:pathLst>
            </a:custGeom>
            <a:blipFill>
              <a:blip r:embed="rId3">
                <a:alphaModFix amt="0"/>
              </a:blip>
              <a:stretch>
                <a:fillRect l="0" t="-102632" r="0" b="-102632"/>
              </a:stretch>
            </a:blipFill>
          </p:spPr>
        </p:sp>
        <p:sp>
          <p:nvSpPr>
            <p:cNvPr name="TextBox 34" id="34"/>
            <p:cNvSpPr txBox="true"/>
            <p:nvPr/>
          </p:nvSpPr>
          <p:spPr>
            <a:xfrm>
              <a:off x="0" y="0"/>
              <a:ext cx="5730240" cy="731520"/>
            </a:xfrm>
            <a:prstGeom prst="rect">
              <a:avLst/>
            </a:prstGeom>
          </p:spPr>
          <p:txBody>
            <a:bodyPr anchor="ctr" rtlCol="false" tIns="0" lIns="0" bIns="0" rIns="0"/>
            <a:lstStyle/>
            <a:p>
              <a:pPr algn="l">
                <a:lnSpc>
                  <a:spcPts val="2760"/>
                </a:lnSpc>
              </a:pPr>
              <a:r>
                <a:rPr lang="en-US" sz="2300">
                  <a:solidFill>
                    <a:srgbClr val="1A1A1A"/>
                  </a:solidFill>
                  <a:latin typeface="Noto Sans"/>
                  <a:ea typeface="Noto Sans"/>
                  <a:cs typeface="Noto Sans"/>
                  <a:sym typeface="Noto Sans"/>
                </a:rPr>
                <a:t>62.8초에서</a:t>
              </a:r>
            </a:p>
          </p:txBody>
        </p:sp>
      </p:grpSp>
      <p:grpSp>
        <p:nvGrpSpPr>
          <p:cNvPr name="Group 35" id="35"/>
          <p:cNvGrpSpPr/>
          <p:nvPr/>
        </p:nvGrpSpPr>
        <p:grpSpPr>
          <a:xfrm rot="0">
            <a:off x="11984231" y="1907543"/>
            <a:ext cx="5146043" cy="4140203"/>
            <a:chOff x="0" y="0"/>
            <a:chExt cx="6861391" cy="5520271"/>
          </a:xfrm>
        </p:grpSpPr>
        <p:sp>
          <p:nvSpPr>
            <p:cNvPr name="Freeform 36" id="36"/>
            <p:cNvSpPr/>
            <p:nvPr/>
          </p:nvSpPr>
          <p:spPr>
            <a:xfrm flipH="false" flipV="false" rot="0">
              <a:off x="0" y="0"/>
              <a:ext cx="6861302" cy="5520182"/>
            </a:xfrm>
            <a:custGeom>
              <a:avLst/>
              <a:gdLst/>
              <a:ahLst/>
              <a:cxnLst/>
              <a:rect r="r" b="b" t="t" l="l"/>
              <a:pathLst>
                <a:path h="5520182" w="6861302">
                  <a:moveTo>
                    <a:pt x="0" y="539750"/>
                  </a:moveTo>
                  <a:cubicBezTo>
                    <a:pt x="0" y="241681"/>
                    <a:pt x="241681" y="0"/>
                    <a:pt x="539750" y="0"/>
                  </a:cubicBezTo>
                  <a:lnTo>
                    <a:pt x="6321552" y="0"/>
                  </a:lnTo>
                  <a:cubicBezTo>
                    <a:pt x="6619621" y="0"/>
                    <a:pt x="6861302" y="241681"/>
                    <a:pt x="6861302" y="539750"/>
                  </a:cubicBezTo>
                  <a:lnTo>
                    <a:pt x="6861302" y="4980432"/>
                  </a:lnTo>
                  <a:cubicBezTo>
                    <a:pt x="6861302" y="5278501"/>
                    <a:pt x="6619621" y="5520182"/>
                    <a:pt x="6321552" y="5520182"/>
                  </a:cubicBezTo>
                  <a:lnTo>
                    <a:pt x="539750" y="5520182"/>
                  </a:lnTo>
                  <a:cubicBezTo>
                    <a:pt x="241681" y="5520182"/>
                    <a:pt x="0" y="5278501"/>
                    <a:pt x="0" y="4980432"/>
                  </a:cubicBezTo>
                  <a:close/>
                </a:path>
              </a:pathLst>
            </a:custGeom>
            <a:solidFill>
              <a:srgbClr val="F4F4F5"/>
            </a:solidFill>
            <a:ln w="25400" cap="sq">
              <a:solidFill>
                <a:srgbClr val="F4F4F5"/>
              </a:solidFill>
              <a:prstDash val="solid"/>
              <a:miter/>
            </a:ln>
          </p:spPr>
        </p:sp>
      </p:grpSp>
      <p:grpSp>
        <p:nvGrpSpPr>
          <p:cNvPr name="Group 37" id="37"/>
          <p:cNvGrpSpPr/>
          <p:nvPr/>
        </p:nvGrpSpPr>
        <p:grpSpPr>
          <a:xfrm rot="0">
            <a:off x="12454128" y="2231136"/>
            <a:ext cx="4297680" cy="548640"/>
            <a:chOff x="0" y="0"/>
            <a:chExt cx="5730240" cy="731520"/>
          </a:xfrm>
        </p:grpSpPr>
        <p:sp>
          <p:nvSpPr>
            <p:cNvPr name="Freeform 38" id="38"/>
            <p:cNvSpPr/>
            <p:nvPr/>
          </p:nvSpPr>
          <p:spPr>
            <a:xfrm flipH="false" flipV="false" rot="0">
              <a:off x="0" y="0"/>
              <a:ext cx="5730240" cy="731520"/>
            </a:xfrm>
            <a:custGeom>
              <a:avLst/>
              <a:gdLst/>
              <a:ahLst/>
              <a:cxnLst/>
              <a:rect r="r" b="b" t="t" l="l"/>
              <a:pathLst>
                <a:path h="731520" w="5730240">
                  <a:moveTo>
                    <a:pt x="0" y="0"/>
                  </a:moveTo>
                  <a:lnTo>
                    <a:pt x="5730240" y="0"/>
                  </a:lnTo>
                  <a:lnTo>
                    <a:pt x="5730240" y="731520"/>
                  </a:lnTo>
                  <a:lnTo>
                    <a:pt x="0" y="731520"/>
                  </a:lnTo>
                  <a:close/>
                </a:path>
              </a:pathLst>
            </a:custGeom>
            <a:blipFill>
              <a:blip r:embed="rId3">
                <a:alphaModFix amt="0"/>
              </a:blip>
              <a:stretch>
                <a:fillRect l="0" t="-102632" r="0" b="-102632"/>
              </a:stretch>
            </a:blipFill>
          </p:spPr>
        </p:sp>
        <p:sp>
          <p:nvSpPr>
            <p:cNvPr name="TextBox 39" id="39"/>
            <p:cNvSpPr txBox="true"/>
            <p:nvPr/>
          </p:nvSpPr>
          <p:spPr>
            <a:xfrm>
              <a:off x="0" y="9525"/>
              <a:ext cx="5730240" cy="721995"/>
            </a:xfrm>
            <a:prstGeom prst="rect">
              <a:avLst/>
            </a:prstGeom>
          </p:spPr>
          <p:txBody>
            <a:bodyPr anchor="ctr" rtlCol="false" tIns="0" lIns="0" bIns="0" rIns="0"/>
            <a:lstStyle/>
            <a:p>
              <a:pPr algn="l">
                <a:lnSpc>
                  <a:spcPts val="2879"/>
                </a:lnSpc>
              </a:pPr>
              <a:r>
                <a:rPr lang="en-US" sz="2400">
                  <a:solidFill>
                    <a:srgbClr val="6B7280"/>
                  </a:solidFill>
                  <a:latin typeface="Noto Sans"/>
                  <a:ea typeface="Noto Sans"/>
                  <a:cs typeface="Noto Sans"/>
                  <a:sym typeface="Noto Sans"/>
                </a:rPr>
                <a:t>고장 나도 완주</a:t>
              </a:r>
            </a:p>
          </p:txBody>
        </p:sp>
      </p:grpSp>
      <p:grpSp>
        <p:nvGrpSpPr>
          <p:cNvPr name="Group 40" id="40"/>
          <p:cNvGrpSpPr/>
          <p:nvPr/>
        </p:nvGrpSpPr>
        <p:grpSpPr>
          <a:xfrm rot="0">
            <a:off x="12454128" y="2926080"/>
            <a:ext cx="4297680" cy="1828800"/>
            <a:chOff x="0" y="0"/>
            <a:chExt cx="5730240" cy="2438400"/>
          </a:xfrm>
        </p:grpSpPr>
        <p:sp>
          <p:nvSpPr>
            <p:cNvPr name="Freeform 41" id="41"/>
            <p:cNvSpPr/>
            <p:nvPr/>
          </p:nvSpPr>
          <p:spPr>
            <a:xfrm flipH="false" flipV="false" rot="0">
              <a:off x="0" y="0"/>
              <a:ext cx="5730240" cy="2438400"/>
            </a:xfrm>
            <a:custGeom>
              <a:avLst/>
              <a:gdLst/>
              <a:ahLst/>
              <a:cxnLst/>
              <a:rect r="r" b="b" t="t" l="l"/>
              <a:pathLst>
                <a:path h="2438400" w="5730240">
                  <a:moveTo>
                    <a:pt x="0" y="0"/>
                  </a:moveTo>
                  <a:lnTo>
                    <a:pt x="5730240" y="0"/>
                  </a:lnTo>
                  <a:lnTo>
                    <a:pt x="5730240" y="2438400"/>
                  </a:lnTo>
                  <a:lnTo>
                    <a:pt x="0" y="2438400"/>
                  </a:lnTo>
                  <a:close/>
                </a:path>
              </a:pathLst>
            </a:custGeom>
            <a:blipFill>
              <a:blip r:embed="rId3">
                <a:alphaModFix amt="0"/>
              </a:blip>
              <a:stretch>
                <a:fillRect l="-4597" t="0" r="-4597" b="0"/>
              </a:stretch>
            </a:blipFill>
          </p:spPr>
        </p:sp>
        <p:sp>
          <p:nvSpPr>
            <p:cNvPr name="TextBox 42" id="42"/>
            <p:cNvSpPr txBox="true"/>
            <p:nvPr/>
          </p:nvSpPr>
          <p:spPr>
            <a:xfrm>
              <a:off x="0" y="0"/>
              <a:ext cx="5730240" cy="2438400"/>
            </a:xfrm>
            <a:prstGeom prst="rect">
              <a:avLst/>
            </a:prstGeom>
          </p:spPr>
          <p:txBody>
            <a:bodyPr anchor="ctr" rtlCol="false" tIns="0" lIns="0" bIns="0" rIns="0"/>
            <a:lstStyle/>
            <a:p>
              <a:pPr algn="l">
                <a:lnSpc>
                  <a:spcPts val="11040"/>
                </a:lnSpc>
              </a:pPr>
              <a:r>
                <a:rPr lang="en-US" sz="9200" b="true">
                  <a:solidFill>
                    <a:srgbClr val="C8102E"/>
                  </a:solidFill>
                  <a:latin typeface="Noto Sans Bold"/>
                  <a:ea typeface="Noto Sans Bold"/>
                  <a:cs typeface="Noto Sans Bold"/>
                  <a:sym typeface="Noto Sans Bold"/>
                </a:rPr>
                <a:t>18/18</a:t>
              </a:r>
            </a:p>
          </p:txBody>
        </p:sp>
      </p:grpSp>
      <p:grpSp>
        <p:nvGrpSpPr>
          <p:cNvPr name="Group 43" id="43"/>
          <p:cNvGrpSpPr/>
          <p:nvPr/>
        </p:nvGrpSpPr>
        <p:grpSpPr>
          <a:xfrm rot="0">
            <a:off x="12454128" y="5029200"/>
            <a:ext cx="4297680" cy="548640"/>
            <a:chOff x="0" y="0"/>
            <a:chExt cx="5730240" cy="731520"/>
          </a:xfrm>
        </p:grpSpPr>
        <p:sp>
          <p:nvSpPr>
            <p:cNvPr name="Freeform 44" id="44"/>
            <p:cNvSpPr/>
            <p:nvPr/>
          </p:nvSpPr>
          <p:spPr>
            <a:xfrm flipH="false" flipV="false" rot="0">
              <a:off x="0" y="0"/>
              <a:ext cx="5730240" cy="731520"/>
            </a:xfrm>
            <a:custGeom>
              <a:avLst/>
              <a:gdLst/>
              <a:ahLst/>
              <a:cxnLst/>
              <a:rect r="r" b="b" t="t" l="l"/>
              <a:pathLst>
                <a:path h="731520" w="5730240">
                  <a:moveTo>
                    <a:pt x="0" y="0"/>
                  </a:moveTo>
                  <a:lnTo>
                    <a:pt x="5730240" y="0"/>
                  </a:lnTo>
                  <a:lnTo>
                    <a:pt x="5730240" y="731520"/>
                  </a:lnTo>
                  <a:lnTo>
                    <a:pt x="0" y="731520"/>
                  </a:lnTo>
                  <a:close/>
                </a:path>
              </a:pathLst>
            </a:custGeom>
            <a:blipFill>
              <a:blip r:embed="rId3">
                <a:alphaModFix amt="0"/>
              </a:blip>
              <a:stretch>
                <a:fillRect l="0" t="-102632" r="0" b="-102632"/>
              </a:stretch>
            </a:blipFill>
          </p:spPr>
        </p:sp>
        <p:sp>
          <p:nvSpPr>
            <p:cNvPr name="TextBox 45" id="45"/>
            <p:cNvSpPr txBox="true"/>
            <p:nvPr/>
          </p:nvSpPr>
          <p:spPr>
            <a:xfrm>
              <a:off x="0" y="0"/>
              <a:ext cx="5730240" cy="731520"/>
            </a:xfrm>
            <a:prstGeom prst="rect">
              <a:avLst/>
            </a:prstGeom>
          </p:spPr>
          <p:txBody>
            <a:bodyPr anchor="ctr" rtlCol="false" tIns="0" lIns="0" bIns="0" rIns="0"/>
            <a:lstStyle/>
            <a:p>
              <a:pPr algn="l">
                <a:lnSpc>
                  <a:spcPts val="2760"/>
                </a:lnSpc>
              </a:pPr>
              <a:r>
                <a:rPr lang="en-US" sz="2300">
                  <a:solidFill>
                    <a:srgbClr val="1A1A1A"/>
                  </a:solidFill>
                  <a:latin typeface="Noto Sans"/>
                  <a:ea typeface="Noto Sans"/>
                  <a:cs typeface="Noto Sans"/>
                  <a:sym typeface="Noto Sans"/>
                </a:rPr>
                <a:t>0/19에서</a:t>
              </a:r>
            </a:p>
          </p:txBody>
        </p:sp>
      </p:grpSp>
      <p:grpSp>
        <p:nvGrpSpPr>
          <p:cNvPr name="Group 46" id="46"/>
          <p:cNvGrpSpPr/>
          <p:nvPr/>
        </p:nvGrpSpPr>
        <p:grpSpPr>
          <a:xfrm rot="0">
            <a:off x="1078230" y="6473190"/>
            <a:ext cx="16040100" cy="1171956"/>
            <a:chOff x="0" y="0"/>
            <a:chExt cx="21386800" cy="1562608"/>
          </a:xfrm>
        </p:grpSpPr>
        <p:sp>
          <p:nvSpPr>
            <p:cNvPr name="Freeform 47" id="47"/>
            <p:cNvSpPr/>
            <p:nvPr/>
          </p:nvSpPr>
          <p:spPr>
            <a:xfrm flipH="false" flipV="false" rot="0">
              <a:off x="0" y="0"/>
              <a:ext cx="21386800" cy="1562608"/>
            </a:xfrm>
            <a:custGeom>
              <a:avLst/>
              <a:gdLst/>
              <a:ahLst/>
              <a:cxnLst/>
              <a:rect r="r" b="b" t="t" l="l"/>
              <a:pathLst>
                <a:path h="1562608" w="21386800">
                  <a:moveTo>
                    <a:pt x="0" y="756158"/>
                  </a:moveTo>
                  <a:cubicBezTo>
                    <a:pt x="0" y="338455"/>
                    <a:pt x="338455" y="0"/>
                    <a:pt x="756158" y="0"/>
                  </a:cubicBezTo>
                  <a:lnTo>
                    <a:pt x="20630642" y="0"/>
                  </a:lnTo>
                  <a:cubicBezTo>
                    <a:pt x="21048345" y="0"/>
                    <a:pt x="21386800" y="338455"/>
                    <a:pt x="21386800" y="756158"/>
                  </a:cubicBezTo>
                  <a:lnTo>
                    <a:pt x="21386800" y="806450"/>
                  </a:lnTo>
                  <a:cubicBezTo>
                    <a:pt x="21386800" y="1224026"/>
                    <a:pt x="21048345" y="1562608"/>
                    <a:pt x="20630642" y="1562608"/>
                  </a:cubicBezTo>
                  <a:lnTo>
                    <a:pt x="756158" y="1562608"/>
                  </a:lnTo>
                  <a:cubicBezTo>
                    <a:pt x="338455" y="1562608"/>
                    <a:pt x="0" y="1224153"/>
                    <a:pt x="0" y="806450"/>
                  </a:cubicBezTo>
                  <a:close/>
                </a:path>
              </a:pathLst>
            </a:custGeom>
            <a:solidFill>
              <a:srgbClr val="FFFFFF"/>
            </a:solidFill>
            <a:ln w="38100" cap="sq">
              <a:solidFill>
                <a:srgbClr val="C8102E"/>
              </a:solidFill>
              <a:prstDash val="solid"/>
              <a:miter/>
            </a:ln>
          </p:spPr>
        </p:sp>
      </p:grpSp>
      <p:grpSp>
        <p:nvGrpSpPr>
          <p:cNvPr name="Group 48" id="48"/>
          <p:cNvGrpSpPr/>
          <p:nvPr/>
        </p:nvGrpSpPr>
        <p:grpSpPr>
          <a:xfrm rot="0">
            <a:off x="1358903" y="6698999"/>
            <a:ext cx="2768603" cy="720347"/>
            <a:chOff x="0" y="0"/>
            <a:chExt cx="3691471" cy="960463"/>
          </a:xfrm>
        </p:grpSpPr>
        <p:sp>
          <p:nvSpPr>
            <p:cNvPr name="Freeform 49" id="49"/>
            <p:cNvSpPr/>
            <p:nvPr/>
          </p:nvSpPr>
          <p:spPr>
            <a:xfrm flipH="false" flipV="false" rot="0">
              <a:off x="0" y="0"/>
              <a:ext cx="3691382" cy="960374"/>
            </a:xfrm>
            <a:custGeom>
              <a:avLst/>
              <a:gdLst/>
              <a:ahLst/>
              <a:cxnLst/>
              <a:rect r="r" b="b" t="t" l="l"/>
              <a:pathLst>
                <a:path h="960374" w="3691382">
                  <a:moveTo>
                    <a:pt x="0" y="480187"/>
                  </a:moveTo>
                  <a:cubicBezTo>
                    <a:pt x="0" y="215011"/>
                    <a:pt x="215011" y="0"/>
                    <a:pt x="480187" y="0"/>
                  </a:cubicBezTo>
                  <a:lnTo>
                    <a:pt x="3211195" y="0"/>
                  </a:lnTo>
                  <a:cubicBezTo>
                    <a:pt x="3476371" y="0"/>
                    <a:pt x="3691382" y="215011"/>
                    <a:pt x="3691382" y="480187"/>
                  </a:cubicBezTo>
                  <a:cubicBezTo>
                    <a:pt x="3691382" y="745363"/>
                    <a:pt x="3476371" y="960374"/>
                    <a:pt x="3211195" y="960374"/>
                  </a:cubicBezTo>
                  <a:lnTo>
                    <a:pt x="480187" y="960374"/>
                  </a:lnTo>
                  <a:cubicBezTo>
                    <a:pt x="215011" y="960501"/>
                    <a:pt x="0" y="745490"/>
                    <a:pt x="0" y="480187"/>
                  </a:cubicBezTo>
                  <a:close/>
                </a:path>
              </a:pathLst>
            </a:custGeom>
            <a:solidFill>
              <a:srgbClr val="C8102E"/>
            </a:solidFill>
            <a:ln w="25400" cap="sq">
              <a:solidFill>
                <a:srgbClr val="C8102E"/>
              </a:solidFill>
              <a:prstDash val="solid"/>
              <a:miter/>
            </a:ln>
          </p:spPr>
        </p:sp>
      </p:grpSp>
      <p:grpSp>
        <p:nvGrpSpPr>
          <p:cNvPr name="Group 50" id="50"/>
          <p:cNvGrpSpPr/>
          <p:nvPr/>
        </p:nvGrpSpPr>
        <p:grpSpPr>
          <a:xfrm rot="0">
            <a:off x="1371600" y="6711696"/>
            <a:ext cx="2743200" cy="694944"/>
            <a:chOff x="0" y="0"/>
            <a:chExt cx="3657600" cy="926592"/>
          </a:xfrm>
        </p:grpSpPr>
        <p:sp>
          <p:nvSpPr>
            <p:cNvPr name="Freeform 51" id="51"/>
            <p:cNvSpPr/>
            <p:nvPr/>
          </p:nvSpPr>
          <p:spPr>
            <a:xfrm flipH="false" flipV="false" rot="0">
              <a:off x="0" y="0"/>
              <a:ext cx="3657600" cy="926592"/>
            </a:xfrm>
            <a:custGeom>
              <a:avLst/>
              <a:gdLst/>
              <a:ahLst/>
              <a:cxnLst/>
              <a:rect r="r" b="b" t="t" l="l"/>
              <a:pathLst>
                <a:path h="926592" w="3657600">
                  <a:moveTo>
                    <a:pt x="0" y="0"/>
                  </a:moveTo>
                  <a:lnTo>
                    <a:pt x="3657600" y="0"/>
                  </a:lnTo>
                  <a:lnTo>
                    <a:pt x="3657600" y="926592"/>
                  </a:lnTo>
                  <a:lnTo>
                    <a:pt x="0" y="926592"/>
                  </a:lnTo>
                  <a:close/>
                </a:path>
              </a:pathLst>
            </a:custGeom>
            <a:blipFill>
              <a:blip r:embed="rId3">
                <a:alphaModFix amt="0"/>
              </a:blip>
              <a:stretch>
                <a:fillRect l="0" t="-26914" r="0" b="-26914"/>
              </a:stretch>
            </a:blipFill>
          </p:spPr>
        </p:sp>
        <p:sp>
          <p:nvSpPr>
            <p:cNvPr name="TextBox 52" id="52"/>
            <p:cNvSpPr txBox="true"/>
            <p:nvPr/>
          </p:nvSpPr>
          <p:spPr>
            <a:xfrm>
              <a:off x="0" y="0"/>
              <a:ext cx="3657600" cy="926592"/>
            </a:xfrm>
            <a:prstGeom prst="rect">
              <a:avLst/>
            </a:prstGeom>
          </p:spPr>
          <p:txBody>
            <a:bodyPr anchor="ctr" rtlCol="false" tIns="0" lIns="0" bIns="0" rIns="0"/>
            <a:lstStyle/>
            <a:p>
              <a:pPr algn="ctr">
                <a:lnSpc>
                  <a:spcPts val="2520"/>
                </a:lnSpc>
              </a:pPr>
              <a:r>
                <a:rPr lang="en-US" sz="2100" b="true">
                  <a:solidFill>
                    <a:srgbClr val="FFFFFF"/>
                  </a:solidFill>
                  <a:latin typeface="Noto Sans Bold"/>
                  <a:ea typeface="Noto Sans Bold"/>
                  <a:cs typeface="Noto Sans Bold"/>
                  <a:sym typeface="Noto Sans Bold"/>
                </a:rPr>
                <a:t>5회 반복 확인</a:t>
              </a:r>
            </a:p>
          </p:txBody>
        </p:sp>
      </p:grpSp>
      <p:grpSp>
        <p:nvGrpSpPr>
          <p:cNvPr name="Group 53" id="53"/>
          <p:cNvGrpSpPr/>
          <p:nvPr/>
        </p:nvGrpSpPr>
        <p:grpSpPr>
          <a:xfrm rot="0">
            <a:off x="4480560" y="6492240"/>
            <a:ext cx="12435840" cy="1133856"/>
            <a:chOff x="0" y="0"/>
            <a:chExt cx="16581120" cy="1511808"/>
          </a:xfrm>
        </p:grpSpPr>
        <p:sp>
          <p:nvSpPr>
            <p:cNvPr name="Freeform 54" id="54"/>
            <p:cNvSpPr/>
            <p:nvPr/>
          </p:nvSpPr>
          <p:spPr>
            <a:xfrm flipH="false" flipV="false" rot="0">
              <a:off x="0" y="0"/>
              <a:ext cx="16581120" cy="1511808"/>
            </a:xfrm>
            <a:custGeom>
              <a:avLst/>
              <a:gdLst/>
              <a:ahLst/>
              <a:cxnLst/>
              <a:rect r="r" b="b" t="t" l="l"/>
              <a:pathLst>
                <a:path h="1511808" w="16581120">
                  <a:moveTo>
                    <a:pt x="0" y="0"/>
                  </a:moveTo>
                  <a:lnTo>
                    <a:pt x="16581120" y="0"/>
                  </a:lnTo>
                  <a:lnTo>
                    <a:pt x="16581120" y="1511808"/>
                  </a:lnTo>
                  <a:lnTo>
                    <a:pt x="0" y="1511808"/>
                  </a:lnTo>
                  <a:close/>
                </a:path>
              </a:pathLst>
            </a:custGeom>
            <a:blipFill>
              <a:blip r:embed="rId3">
                <a:alphaModFix amt="0"/>
              </a:blip>
              <a:stretch>
                <a:fillRect l="0" t="-163706" r="0" b="-163706"/>
              </a:stretch>
            </a:blipFill>
          </p:spPr>
        </p:sp>
        <p:sp>
          <p:nvSpPr>
            <p:cNvPr name="TextBox 55" id="55"/>
            <p:cNvSpPr txBox="true"/>
            <p:nvPr/>
          </p:nvSpPr>
          <p:spPr>
            <a:xfrm>
              <a:off x="0" y="-9525"/>
              <a:ext cx="16581120" cy="1521333"/>
            </a:xfrm>
            <a:prstGeom prst="rect">
              <a:avLst/>
            </a:prstGeom>
          </p:spPr>
          <p:txBody>
            <a:bodyPr anchor="ctr" rtlCol="false" tIns="0" lIns="0" bIns="0" rIns="0"/>
            <a:lstStyle/>
            <a:p>
              <a:pPr algn="l">
                <a:lnSpc>
                  <a:spcPts val="3120"/>
                </a:lnSpc>
              </a:pPr>
              <a:r>
                <a:rPr lang="en-US" sz="2600">
                  <a:solidFill>
                    <a:srgbClr val="6B7280"/>
                  </a:solidFill>
                  <a:latin typeface="Noto Sans"/>
                  <a:ea typeface="Noto Sans"/>
                  <a:cs typeface="Noto Sans"/>
                  <a:sym typeface="Noto Sans"/>
                </a:rPr>
                <a:t>속도 배수 </a:t>
              </a:r>
              <a:r>
                <a:rPr lang="en-US" sz="2600" b="true">
                  <a:solidFill>
                    <a:srgbClr val="1A1A1A"/>
                  </a:solidFill>
                  <a:latin typeface="Noto Sans Bold"/>
                  <a:ea typeface="Noto Sans Bold"/>
                  <a:cs typeface="Noto Sans Bold"/>
                  <a:sym typeface="Noto Sans Bold"/>
                </a:rPr>
                <a:t>6.5~9.4배</a:t>
              </a:r>
              <a:r>
                <a:rPr lang="en-US" sz="2600">
                  <a:solidFill>
                    <a:srgbClr val="6B7280"/>
                  </a:solidFill>
                  <a:latin typeface="Noto Sans"/>
                  <a:ea typeface="Noto Sans"/>
                  <a:cs typeface="Noto Sans"/>
                  <a:sym typeface="Noto Sans"/>
                </a:rPr>
                <a:t>   ·   고장 위치 5가지 </a:t>
              </a:r>
              <a:r>
                <a:rPr lang="en-US" sz="2600" b="true">
                  <a:solidFill>
                    <a:srgbClr val="1A1A1A"/>
                  </a:solidFill>
                  <a:latin typeface="Noto Sans Bold"/>
                  <a:ea typeface="Noto Sans Bold"/>
                  <a:cs typeface="Noto Sans Bold"/>
                  <a:sym typeface="Noto Sans Bold"/>
                </a:rPr>
                <a:t>0/71 → 71/71</a:t>
              </a:r>
            </a:p>
          </p:txBody>
        </p:sp>
      </p:grpSp>
      <p:grpSp>
        <p:nvGrpSpPr>
          <p:cNvPr name="Group 56" id="56"/>
          <p:cNvGrpSpPr/>
          <p:nvPr/>
        </p:nvGrpSpPr>
        <p:grpSpPr>
          <a:xfrm rot="-60000">
            <a:off x="1365247" y="8076943"/>
            <a:ext cx="7145017" cy="1219705"/>
            <a:chOff x="0" y="0"/>
            <a:chExt cx="9526689" cy="1626273"/>
          </a:xfrm>
        </p:grpSpPr>
        <p:sp>
          <p:nvSpPr>
            <p:cNvPr name="Freeform 57" id="57"/>
            <p:cNvSpPr/>
            <p:nvPr/>
          </p:nvSpPr>
          <p:spPr>
            <a:xfrm flipH="false" flipV="false" rot="0">
              <a:off x="0" y="0"/>
              <a:ext cx="9526651" cy="1626235"/>
            </a:xfrm>
            <a:custGeom>
              <a:avLst/>
              <a:gdLst/>
              <a:ahLst/>
              <a:cxnLst/>
              <a:rect r="r" b="b" t="t" l="l"/>
              <a:pathLst>
                <a:path h="1626235" w="9526651">
                  <a:moveTo>
                    <a:pt x="0" y="0"/>
                  </a:moveTo>
                  <a:lnTo>
                    <a:pt x="9526651" y="0"/>
                  </a:lnTo>
                  <a:lnTo>
                    <a:pt x="9526651" y="1626235"/>
                  </a:lnTo>
                  <a:lnTo>
                    <a:pt x="0" y="1626235"/>
                  </a:lnTo>
                  <a:close/>
                </a:path>
              </a:pathLst>
            </a:custGeom>
            <a:solidFill>
              <a:srgbClr val="FDECEE"/>
            </a:solidFill>
            <a:ln w="12700" cap="sq">
              <a:solidFill>
                <a:srgbClr val="E8D3A8"/>
              </a:solidFill>
              <a:prstDash val="solid"/>
              <a:miter/>
            </a:ln>
          </p:spPr>
        </p:sp>
      </p:grpSp>
      <p:grpSp>
        <p:nvGrpSpPr>
          <p:cNvPr name="Group 58" id="58"/>
          <p:cNvGrpSpPr/>
          <p:nvPr/>
        </p:nvGrpSpPr>
        <p:grpSpPr>
          <a:xfrm rot="-60000">
            <a:off x="1645920" y="8229600"/>
            <a:ext cx="6583680" cy="914400"/>
            <a:chOff x="0" y="0"/>
            <a:chExt cx="8778240" cy="1219200"/>
          </a:xfrm>
        </p:grpSpPr>
        <p:sp>
          <p:nvSpPr>
            <p:cNvPr name="Freeform 59" id="59"/>
            <p:cNvSpPr/>
            <p:nvPr/>
          </p:nvSpPr>
          <p:spPr>
            <a:xfrm flipH="false" flipV="false" rot="0">
              <a:off x="0" y="0"/>
              <a:ext cx="8778240" cy="1219200"/>
            </a:xfrm>
            <a:custGeom>
              <a:avLst/>
              <a:gdLst/>
              <a:ahLst/>
              <a:cxnLst/>
              <a:rect r="r" b="b" t="t" l="l"/>
              <a:pathLst>
                <a:path h="1219200" w="8778240">
                  <a:moveTo>
                    <a:pt x="0" y="0"/>
                  </a:moveTo>
                  <a:lnTo>
                    <a:pt x="8778240" y="0"/>
                  </a:lnTo>
                  <a:lnTo>
                    <a:pt x="8778240" y="1219200"/>
                  </a:lnTo>
                  <a:lnTo>
                    <a:pt x="0" y="1219200"/>
                  </a:lnTo>
                  <a:close/>
                </a:path>
              </a:pathLst>
            </a:custGeom>
            <a:blipFill>
              <a:blip r:embed="rId3">
                <a:alphaModFix amt="0"/>
              </a:blip>
              <a:stretch>
                <a:fillRect l="0" t="-90292" r="0" b="-90292"/>
              </a:stretch>
            </a:blipFill>
          </p:spPr>
        </p:sp>
        <p:sp>
          <p:nvSpPr>
            <p:cNvPr name="TextBox 60" id="60"/>
            <p:cNvSpPr txBox="true"/>
            <p:nvPr/>
          </p:nvSpPr>
          <p:spPr>
            <a:xfrm>
              <a:off x="0" y="0"/>
              <a:ext cx="8778240" cy="1219200"/>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대신 질의당 +2.5초</a:t>
              </a:r>
            </a:p>
            <a:p>
              <a:pPr algn="l">
                <a:lnSpc>
                  <a:spcPts val="2400"/>
                </a:lnSpc>
              </a:pPr>
              <a:r>
                <a:rPr lang="en-US" sz="2000">
                  <a:solidFill>
                    <a:srgbClr val="6B7280"/>
                  </a:solidFill>
                  <a:latin typeface="Noto Sans"/>
                  <a:ea typeface="Noto Sans"/>
                  <a:cs typeface="Noto Sans"/>
                  <a:sym typeface="Noto Sans"/>
                </a:rPr>
                <a:t>같은 부하 재측정</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14400"/>
            <a:chOff x="0" y="0"/>
            <a:chExt cx="18288000" cy="1219200"/>
          </a:xfrm>
        </p:grpSpPr>
        <p:sp>
          <p:nvSpPr>
            <p:cNvPr name="Freeform 5" id="5"/>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6" id="6"/>
            <p:cNvSpPr txBox="true"/>
            <p:nvPr/>
          </p:nvSpPr>
          <p:spPr>
            <a:xfrm>
              <a:off x="0" y="9525"/>
              <a:ext cx="18288000" cy="1209675"/>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같은 질문, 다른 답</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7</a:t>
              </a:r>
            </a:p>
          </p:txBody>
        </p:sp>
      </p:grpSp>
      <p:grpSp>
        <p:nvGrpSpPr>
          <p:cNvPr name="Group 13" id="13"/>
          <p:cNvGrpSpPr/>
          <p:nvPr/>
        </p:nvGrpSpPr>
        <p:grpSpPr>
          <a:xfrm rot="0">
            <a:off x="1609344" y="1463040"/>
            <a:ext cx="5486400" cy="457200"/>
            <a:chOff x="0" y="0"/>
            <a:chExt cx="7315200" cy="609600"/>
          </a:xfrm>
        </p:grpSpPr>
        <p:sp>
          <p:nvSpPr>
            <p:cNvPr name="Freeform 14" id="14"/>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5" id="15"/>
            <p:cNvSpPr txBox="true"/>
            <p:nvPr/>
          </p:nvSpPr>
          <p:spPr>
            <a:xfrm>
              <a:off x="0" y="-9525"/>
              <a:ext cx="7315200" cy="619125"/>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실제 실행 기록</a:t>
              </a:r>
            </a:p>
          </p:txBody>
        </p:sp>
      </p:grpSp>
      <p:grpSp>
        <p:nvGrpSpPr>
          <p:cNvPr name="Group 16" id="16"/>
          <p:cNvGrpSpPr/>
          <p:nvPr/>
        </p:nvGrpSpPr>
        <p:grpSpPr>
          <a:xfrm rot="-120000">
            <a:off x="1090927" y="2736847"/>
            <a:ext cx="5041897" cy="1750057"/>
            <a:chOff x="0" y="0"/>
            <a:chExt cx="6722529" cy="2333409"/>
          </a:xfrm>
        </p:grpSpPr>
        <p:sp>
          <p:nvSpPr>
            <p:cNvPr name="Freeform 17" id="17"/>
            <p:cNvSpPr/>
            <p:nvPr/>
          </p:nvSpPr>
          <p:spPr>
            <a:xfrm flipH="false" flipV="false" rot="0">
              <a:off x="0" y="0"/>
              <a:ext cx="6722491" cy="2333371"/>
            </a:xfrm>
            <a:custGeom>
              <a:avLst/>
              <a:gdLst/>
              <a:ahLst/>
              <a:cxnLst/>
              <a:rect r="r" b="b" t="t" l="l"/>
              <a:pathLst>
                <a:path h="2333371" w="6722491">
                  <a:moveTo>
                    <a:pt x="0" y="0"/>
                  </a:moveTo>
                  <a:lnTo>
                    <a:pt x="6722491" y="0"/>
                  </a:lnTo>
                  <a:lnTo>
                    <a:pt x="6722491" y="2333371"/>
                  </a:lnTo>
                  <a:lnTo>
                    <a:pt x="0" y="2333371"/>
                  </a:lnTo>
                  <a:close/>
                </a:path>
              </a:pathLst>
            </a:custGeom>
            <a:solidFill>
              <a:srgbClr val="FFF1D6"/>
            </a:solidFill>
            <a:ln w="12700" cap="sq">
              <a:solidFill>
                <a:srgbClr val="E8D3A8"/>
              </a:solidFill>
              <a:prstDash val="solid"/>
              <a:miter/>
            </a:ln>
          </p:spPr>
        </p:sp>
      </p:grpSp>
      <p:grpSp>
        <p:nvGrpSpPr>
          <p:cNvPr name="Group 18" id="18"/>
          <p:cNvGrpSpPr/>
          <p:nvPr/>
        </p:nvGrpSpPr>
        <p:grpSpPr>
          <a:xfrm rot="-120000">
            <a:off x="1371600" y="2889504"/>
            <a:ext cx="4480560" cy="1444752"/>
            <a:chOff x="0" y="0"/>
            <a:chExt cx="5974080" cy="1926336"/>
          </a:xfrm>
        </p:grpSpPr>
        <p:sp>
          <p:nvSpPr>
            <p:cNvPr name="Freeform 19" id="19"/>
            <p:cNvSpPr/>
            <p:nvPr/>
          </p:nvSpPr>
          <p:spPr>
            <a:xfrm flipH="false" flipV="false" rot="0">
              <a:off x="0" y="0"/>
              <a:ext cx="5974080" cy="1926336"/>
            </a:xfrm>
            <a:custGeom>
              <a:avLst/>
              <a:gdLst/>
              <a:ahLst/>
              <a:cxnLst/>
              <a:rect r="r" b="b" t="t" l="l"/>
              <a:pathLst>
                <a:path h="1926336" w="5974080">
                  <a:moveTo>
                    <a:pt x="0" y="0"/>
                  </a:moveTo>
                  <a:lnTo>
                    <a:pt x="5974080" y="0"/>
                  </a:lnTo>
                  <a:lnTo>
                    <a:pt x="5974080" y="1926336"/>
                  </a:lnTo>
                  <a:lnTo>
                    <a:pt x="0" y="1926336"/>
                  </a:lnTo>
                  <a:close/>
                </a:path>
              </a:pathLst>
            </a:custGeom>
            <a:blipFill>
              <a:blip r:embed="rId3">
                <a:alphaModFix amt="0"/>
              </a:blip>
              <a:stretch>
                <a:fillRect l="0" t="-10428" r="0" b="-10428"/>
              </a:stretch>
            </a:blipFill>
          </p:spPr>
        </p:sp>
        <p:sp>
          <p:nvSpPr>
            <p:cNvPr name="TextBox 20" id="20"/>
            <p:cNvSpPr txBox="true"/>
            <p:nvPr/>
          </p:nvSpPr>
          <p:spPr>
            <a:xfrm>
              <a:off x="0" y="0"/>
              <a:ext cx="5974080" cy="19263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비용 약 6분의 1</a:t>
              </a:r>
            </a:p>
            <a:p>
              <a:pPr algn="l">
                <a:lnSpc>
                  <a:spcPts val="2400"/>
                </a:lnSpc>
              </a:pPr>
              <a:r>
                <a:rPr lang="en-US" sz="2000">
                  <a:solidFill>
                    <a:srgbClr val="6B7280"/>
                  </a:solidFill>
                  <a:latin typeface="Noto Sans"/>
                  <a:ea typeface="Noto Sans"/>
                  <a:cs typeface="Noto Sans"/>
                  <a:sym typeface="Noto Sans"/>
                </a:rPr>
                <a:t>장애 1건 -84%</a:t>
              </a:r>
            </a:p>
          </p:txBody>
        </p:sp>
      </p:grpSp>
      <p:grpSp>
        <p:nvGrpSpPr>
          <p:cNvPr name="Group 21" id="21"/>
          <p:cNvGrpSpPr/>
          <p:nvPr/>
        </p:nvGrpSpPr>
        <p:grpSpPr>
          <a:xfrm rot="90000">
            <a:off x="1090927" y="5114287"/>
            <a:ext cx="5041897" cy="1750057"/>
            <a:chOff x="0" y="0"/>
            <a:chExt cx="6722529" cy="2333409"/>
          </a:xfrm>
        </p:grpSpPr>
        <p:sp>
          <p:nvSpPr>
            <p:cNvPr name="Freeform 22" id="22"/>
            <p:cNvSpPr/>
            <p:nvPr/>
          </p:nvSpPr>
          <p:spPr>
            <a:xfrm flipH="false" flipV="false" rot="0">
              <a:off x="0" y="0"/>
              <a:ext cx="6722491" cy="2333371"/>
            </a:xfrm>
            <a:custGeom>
              <a:avLst/>
              <a:gdLst/>
              <a:ahLst/>
              <a:cxnLst/>
              <a:rect r="r" b="b" t="t" l="l"/>
              <a:pathLst>
                <a:path h="2333371" w="6722491">
                  <a:moveTo>
                    <a:pt x="0" y="0"/>
                  </a:moveTo>
                  <a:lnTo>
                    <a:pt x="6722491" y="0"/>
                  </a:lnTo>
                  <a:lnTo>
                    <a:pt x="6722491" y="2333371"/>
                  </a:lnTo>
                  <a:lnTo>
                    <a:pt x="0" y="2333371"/>
                  </a:lnTo>
                  <a:close/>
                </a:path>
              </a:pathLst>
            </a:custGeom>
            <a:solidFill>
              <a:srgbClr val="FDECEE"/>
            </a:solidFill>
            <a:ln w="12700" cap="sq">
              <a:solidFill>
                <a:srgbClr val="E8D3A8"/>
              </a:solidFill>
              <a:prstDash val="solid"/>
              <a:miter/>
            </a:ln>
          </p:spPr>
        </p:sp>
      </p:grpSp>
      <p:grpSp>
        <p:nvGrpSpPr>
          <p:cNvPr name="Group 23" id="23"/>
          <p:cNvGrpSpPr/>
          <p:nvPr/>
        </p:nvGrpSpPr>
        <p:grpSpPr>
          <a:xfrm rot="90000">
            <a:off x="1371600" y="5266944"/>
            <a:ext cx="4480560" cy="1444752"/>
            <a:chOff x="0" y="0"/>
            <a:chExt cx="5974080" cy="1926336"/>
          </a:xfrm>
        </p:grpSpPr>
        <p:sp>
          <p:nvSpPr>
            <p:cNvPr name="Freeform 24" id="24"/>
            <p:cNvSpPr/>
            <p:nvPr/>
          </p:nvSpPr>
          <p:spPr>
            <a:xfrm flipH="false" flipV="false" rot="0">
              <a:off x="0" y="0"/>
              <a:ext cx="5974080" cy="1926336"/>
            </a:xfrm>
            <a:custGeom>
              <a:avLst/>
              <a:gdLst/>
              <a:ahLst/>
              <a:cxnLst/>
              <a:rect r="r" b="b" t="t" l="l"/>
              <a:pathLst>
                <a:path h="1926336" w="5974080">
                  <a:moveTo>
                    <a:pt x="0" y="0"/>
                  </a:moveTo>
                  <a:lnTo>
                    <a:pt x="5974080" y="0"/>
                  </a:lnTo>
                  <a:lnTo>
                    <a:pt x="5974080" y="1926336"/>
                  </a:lnTo>
                  <a:lnTo>
                    <a:pt x="0" y="1926336"/>
                  </a:lnTo>
                  <a:close/>
                </a:path>
              </a:pathLst>
            </a:custGeom>
            <a:blipFill>
              <a:blip r:embed="rId3">
                <a:alphaModFix amt="0"/>
              </a:blip>
              <a:stretch>
                <a:fillRect l="0" t="-10428" r="0" b="-10428"/>
              </a:stretch>
            </a:blipFill>
          </p:spPr>
        </p:sp>
        <p:sp>
          <p:nvSpPr>
            <p:cNvPr name="TextBox 25" id="25"/>
            <p:cNvSpPr txBox="true"/>
            <p:nvPr/>
          </p:nvSpPr>
          <p:spPr>
            <a:xfrm>
              <a:off x="0" y="0"/>
              <a:ext cx="5974080" cy="1926336"/>
            </a:xfrm>
            <a:prstGeom prst="rect">
              <a:avLst/>
            </a:prstGeom>
          </p:spPr>
          <p:txBody>
            <a:bodyPr anchor="ctr" rtlCol="false" tIns="0" lIns="0" bIns="0" rIns="0"/>
            <a:lstStyle/>
            <a:p>
              <a:pPr algn="l">
                <a:lnSpc>
                  <a:spcPts val="3359"/>
                </a:lnSpc>
              </a:pPr>
              <a:r>
                <a:rPr lang="en-US" sz="2799" b="true">
                  <a:solidFill>
                    <a:srgbClr val="1A1A1A"/>
                  </a:solidFill>
                  <a:latin typeface="Noto Sans Bold"/>
                  <a:ea typeface="Noto Sans Bold"/>
                  <a:cs typeface="Noto Sans Bold"/>
                  <a:sym typeface="Noto Sans Bold"/>
                </a:rPr>
                <a:t>혼입은 남았어요</a:t>
              </a:r>
            </a:p>
            <a:p>
              <a:pPr algn="l">
                <a:lnSpc>
                  <a:spcPts val="2400"/>
                </a:lnSpc>
              </a:pPr>
              <a:r>
                <a:rPr lang="en-US" sz="2000">
                  <a:solidFill>
                    <a:srgbClr val="6B7280"/>
                  </a:solidFill>
                  <a:latin typeface="Noto Sans"/>
                  <a:ea typeface="Noto Sans"/>
                  <a:cs typeface="Noto Sans"/>
                  <a:sym typeface="Noto Sans"/>
                </a:rPr>
                <a:t>디스크 부족 매뉴얼이 섞임</a:t>
              </a:r>
            </a:p>
          </p:txBody>
        </p:sp>
      </p:grpSp>
      <p:grpSp>
        <p:nvGrpSpPr>
          <p:cNvPr name="Group 26" id="26"/>
          <p:cNvGrpSpPr/>
          <p:nvPr/>
        </p:nvGrpSpPr>
        <p:grpSpPr>
          <a:xfrm rot="0">
            <a:off x="6845303" y="1724663"/>
            <a:ext cx="10723883" cy="7797803"/>
            <a:chOff x="0" y="0"/>
            <a:chExt cx="14298511" cy="10397071"/>
          </a:xfrm>
        </p:grpSpPr>
        <p:sp>
          <p:nvSpPr>
            <p:cNvPr name="Freeform 27" id="27"/>
            <p:cNvSpPr/>
            <p:nvPr/>
          </p:nvSpPr>
          <p:spPr>
            <a:xfrm flipH="false" flipV="false" rot="0">
              <a:off x="0" y="0"/>
              <a:ext cx="14298422" cy="10396983"/>
            </a:xfrm>
            <a:custGeom>
              <a:avLst/>
              <a:gdLst/>
              <a:ahLst/>
              <a:cxnLst/>
              <a:rect r="r" b="b" t="t" l="l"/>
              <a:pathLst>
                <a:path h="10396983" w="14298422">
                  <a:moveTo>
                    <a:pt x="0" y="244602"/>
                  </a:moveTo>
                  <a:cubicBezTo>
                    <a:pt x="0" y="109474"/>
                    <a:pt x="109474" y="0"/>
                    <a:pt x="244602" y="0"/>
                  </a:cubicBezTo>
                  <a:lnTo>
                    <a:pt x="14053820" y="0"/>
                  </a:lnTo>
                  <a:cubicBezTo>
                    <a:pt x="14188948" y="0"/>
                    <a:pt x="14298422" y="109474"/>
                    <a:pt x="14298422" y="244602"/>
                  </a:cubicBezTo>
                  <a:lnTo>
                    <a:pt x="14298422" y="10152380"/>
                  </a:lnTo>
                  <a:cubicBezTo>
                    <a:pt x="14298422" y="10287508"/>
                    <a:pt x="14188948" y="10396982"/>
                    <a:pt x="14053820" y="10396982"/>
                  </a:cubicBezTo>
                  <a:lnTo>
                    <a:pt x="244602" y="10396982"/>
                  </a:lnTo>
                  <a:cubicBezTo>
                    <a:pt x="109474" y="10397109"/>
                    <a:pt x="0" y="10287508"/>
                    <a:pt x="0" y="10152380"/>
                  </a:cubicBezTo>
                  <a:close/>
                </a:path>
              </a:pathLst>
            </a:custGeom>
            <a:solidFill>
              <a:srgbClr val="FFFFFF"/>
            </a:solidFill>
            <a:ln w="25400" cap="sq">
              <a:solidFill>
                <a:srgbClr val="E5E7EB"/>
              </a:solidFill>
              <a:prstDash val="solid"/>
              <a:miter/>
            </a:ln>
          </p:spPr>
        </p:sp>
      </p:grpSp>
      <p:grpSp>
        <p:nvGrpSpPr>
          <p:cNvPr name="Group 28" id="28"/>
          <p:cNvGrpSpPr/>
          <p:nvPr/>
        </p:nvGrpSpPr>
        <p:grpSpPr>
          <a:xfrm rot="0">
            <a:off x="7004304" y="1828800"/>
            <a:ext cx="10405872" cy="7589520"/>
            <a:chOff x="0" y="0"/>
            <a:chExt cx="13874496" cy="10119360"/>
          </a:xfrm>
        </p:grpSpPr>
        <p:sp>
          <p:nvSpPr>
            <p:cNvPr name="Freeform 29" id="29" descr="/Users/jangbyeongheon/projects/incident-agent-ablation/docs/figures/fig10_demo.png"/>
            <p:cNvSpPr/>
            <p:nvPr/>
          </p:nvSpPr>
          <p:spPr>
            <a:xfrm flipH="false" flipV="false" rot="0">
              <a:off x="0" y="0"/>
              <a:ext cx="13874496" cy="10119360"/>
            </a:xfrm>
            <a:custGeom>
              <a:avLst/>
              <a:gdLst/>
              <a:ahLst/>
              <a:cxnLst/>
              <a:rect r="r" b="b" t="t" l="l"/>
              <a:pathLst>
                <a:path h="10119360" w="13874496">
                  <a:moveTo>
                    <a:pt x="0" y="0"/>
                  </a:moveTo>
                  <a:lnTo>
                    <a:pt x="13874496" y="0"/>
                  </a:lnTo>
                  <a:lnTo>
                    <a:pt x="13874496" y="10119360"/>
                  </a:lnTo>
                  <a:lnTo>
                    <a:pt x="0" y="10119360"/>
                  </a:lnTo>
                  <a:lnTo>
                    <a:pt x="0" y="0"/>
                  </a:lnTo>
                  <a:close/>
                </a:path>
              </a:pathLst>
            </a:custGeom>
            <a:blipFill>
              <a:blip r:embed="rId4"/>
              <a:stretch>
                <a:fillRect l="0" t="0" r="0" b="-1597"/>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84583" y="846839"/>
            <a:ext cx="318011" cy="318011"/>
            <a:chOff x="0" y="0"/>
            <a:chExt cx="424015" cy="424015"/>
          </a:xfrm>
        </p:grpSpPr>
        <p:sp>
          <p:nvSpPr>
            <p:cNvPr name="Freeform 3" id="3"/>
            <p:cNvSpPr/>
            <p:nvPr/>
          </p:nvSpPr>
          <p:spPr>
            <a:xfrm flipH="false" flipV="false" rot="0">
              <a:off x="0" y="0"/>
              <a:ext cx="424053" cy="424053"/>
            </a:xfrm>
            <a:custGeom>
              <a:avLst/>
              <a:gdLst/>
              <a:ahLst/>
              <a:cxnLst/>
              <a:rect r="r" b="b" t="t" l="l"/>
              <a:pathLst>
                <a:path h="424053" w="424053">
                  <a:moveTo>
                    <a:pt x="0" y="211963"/>
                  </a:moveTo>
                  <a:cubicBezTo>
                    <a:pt x="0" y="94869"/>
                    <a:pt x="94869" y="0"/>
                    <a:pt x="211963" y="0"/>
                  </a:cubicBezTo>
                  <a:cubicBezTo>
                    <a:pt x="329057" y="0"/>
                    <a:pt x="424053" y="94869"/>
                    <a:pt x="424053" y="211963"/>
                  </a:cubicBezTo>
                  <a:cubicBezTo>
                    <a:pt x="424053" y="329057"/>
                    <a:pt x="329057" y="424053"/>
                    <a:pt x="211963" y="424053"/>
                  </a:cubicBezTo>
                  <a:cubicBezTo>
                    <a:pt x="94869" y="424053"/>
                    <a:pt x="0" y="329057"/>
                    <a:pt x="0" y="211963"/>
                  </a:cubicBezTo>
                  <a:close/>
                </a:path>
              </a:pathLst>
            </a:custGeom>
            <a:solidFill>
              <a:srgbClr val="C8102E"/>
            </a:solidFill>
            <a:ln w="25400" cap="sq">
              <a:solidFill>
                <a:srgbClr val="C8102E"/>
              </a:solidFill>
              <a:prstDash val="solid"/>
              <a:miter/>
            </a:ln>
          </p:spPr>
        </p:sp>
      </p:grpSp>
      <p:grpSp>
        <p:nvGrpSpPr>
          <p:cNvPr name="Group 4" id="4"/>
          <p:cNvGrpSpPr/>
          <p:nvPr/>
        </p:nvGrpSpPr>
        <p:grpSpPr>
          <a:xfrm rot="0">
            <a:off x="1609344" y="548640"/>
            <a:ext cx="13716000" cy="914400"/>
            <a:chOff x="0" y="0"/>
            <a:chExt cx="18288000" cy="1219200"/>
          </a:xfrm>
        </p:grpSpPr>
        <p:sp>
          <p:nvSpPr>
            <p:cNvPr name="Freeform 5" id="5"/>
            <p:cNvSpPr/>
            <p:nvPr/>
          </p:nvSpPr>
          <p:spPr>
            <a:xfrm flipH="false" flipV="false" rot="0">
              <a:off x="0" y="0"/>
              <a:ext cx="18288000" cy="1219200"/>
            </a:xfrm>
            <a:custGeom>
              <a:avLst/>
              <a:gdLst/>
              <a:ahLst/>
              <a:cxnLst/>
              <a:rect r="r" b="b" t="t" l="l"/>
              <a:pathLst>
                <a:path h="1219200" w="18288000">
                  <a:moveTo>
                    <a:pt x="0" y="0"/>
                  </a:moveTo>
                  <a:lnTo>
                    <a:pt x="18288000" y="0"/>
                  </a:lnTo>
                  <a:lnTo>
                    <a:pt x="18288000" y="1219200"/>
                  </a:lnTo>
                  <a:lnTo>
                    <a:pt x="0" y="1219200"/>
                  </a:lnTo>
                  <a:close/>
                </a:path>
              </a:pathLst>
            </a:custGeom>
            <a:blipFill>
              <a:blip r:embed="rId3">
                <a:alphaModFix amt="0"/>
              </a:blip>
              <a:stretch>
                <a:fillRect l="0" t="-242275" r="0" b="-242275"/>
              </a:stretch>
            </a:blipFill>
          </p:spPr>
        </p:sp>
        <p:sp>
          <p:nvSpPr>
            <p:cNvPr name="TextBox 6" id="6"/>
            <p:cNvSpPr txBox="true"/>
            <p:nvPr/>
          </p:nvSpPr>
          <p:spPr>
            <a:xfrm>
              <a:off x="0" y="9525"/>
              <a:ext cx="18288000" cy="1209675"/>
            </a:xfrm>
            <a:prstGeom prst="rect">
              <a:avLst/>
            </a:prstGeom>
          </p:spPr>
          <p:txBody>
            <a:bodyPr anchor="ctr" rtlCol="false" tIns="0" lIns="0" bIns="0" rIns="0"/>
            <a:lstStyle/>
            <a:p>
              <a:pPr algn="l">
                <a:lnSpc>
                  <a:spcPts val="5759"/>
                </a:lnSpc>
              </a:pPr>
              <a:r>
                <a:rPr lang="en-US" sz="4800" b="true">
                  <a:solidFill>
                    <a:srgbClr val="1A1A1A"/>
                  </a:solidFill>
                  <a:latin typeface="Noto Sans Bold"/>
                  <a:ea typeface="Noto Sans Bold"/>
                  <a:cs typeface="Noto Sans Bold"/>
                  <a:sym typeface="Noto Sans Bold"/>
                </a:rPr>
                <a:t>한계와 배운 점</a:t>
              </a:r>
            </a:p>
          </p:txBody>
        </p:sp>
      </p:grpSp>
      <p:grpSp>
        <p:nvGrpSpPr>
          <p:cNvPr name="Group 7" id="7"/>
          <p:cNvGrpSpPr/>
          <p:nvPr/>
        </p:nvGrpSpPr>
        <p:grpSpPr>
          <a:xfrm rot="0">
            <a:off x="1097280" y="9656064"/>
            <a:ext cx="9144000" cy="402336"/>
            <a:chOff x="0" y="0"/>
            <a:chExt cx="12192000" cy="536448"/>
          </a:xfrm>
        </p:grpSpPr>
        <p:sp>
          <p:nvSpPr>
            <p:cNvPr name="Freeform 8" id="8"/>
            <p:cNvSpPr/>
            <p:nvPr/>
          </p:nvSpPr>
          <p:spPr>
            <a:xfrm flipH="false" flipV="false" rot="0">
              <a:off x="0" y="0"/>
              <a:ext cx="12192000" cy="536448"/>
            </a:xfrm>
            <a:custGeom>
              <a:avLst/>
              <a:gdLst/>
              <a:ahLst/>
              <a:cxnLst/>
              <a:rect r="r" b="b" t="t" l="l"/>
              <a:pathLst>
                <a:path h="536448" w="12192000">
                  <a:moveTo>
                    <a:pt x="0" y="0"/>
                  </a:moveTo>
                  <a:lnTo>
                    <a:pt x="12192000" y="0"/>
                  </a:lnTo>
                  <a:lnTo>
                    <a:pt x="12192000" y="536448"/>
                  </a:lnTo>
                  <a:lnTo>
                    <a:pt x="0" y="536448"/>
                  </a:lnTo>
                  <a:close/>
                </a:path>
              </a:pathLst>
            </a:custGeom>
            <a:blipFill>
              <a:blip r:embed="rId3">
                <a:alphaModFix amt="0"/>
              </a:blip>
              <a:stretch>
                <a:fillRect l="0" t="-392841" r="0" b="-392841"/>
              </a:stretch>
            </a:blipFill>
          </p:spPr>
        </p:sp>
        <p:sp>
          <p:nvSpPr>
            <p:cNvPr name="TextBox 9" id="9"/>
            <p:cNvSpPr txBox="true"/>
            <p:nvPr/>
          </p:nvSpPr>
          <p:spPr>
            <a:xfrm>
              <a:off x="0" y="0"/>
              <a:ext cx="12192000" cy="536448"/>
            </a:xfrm>
            <a:prstGeom prst="rect">
              <a:avLst/>
            </a:prstGeom>
          </p:spPr>
          <p:txBody>
            <a:bodyPr anchor="ctr" rtlCol="false" tIns="0" lIns="0" bIns="0" rIns="0"/>
            <a:lstStyle/>
            <a:p>
              <a:pPr algn="l">
                <a:lnSpc>
                  <a:spcPts val="1919"/>
                </a:lnSpc>
              </a:pPr>
              <a:r>
                <a:rPr lang="en-US" sz="1599">
                  <a:solidFill>
                    <a:srgbClr val="6B7280"/>
                  </a:solidFill>
                  <a:latin typeface="Noto Sans"/>
                  <a:ea typeface="Noto Sans"/>
                  <a:cs typeface="Noto Sans"/>
                  <a:sym typeface="Noto Sans"/>
                </a:rPr>
                <a:t>SKALA 4기 · 광주 2반 · G062 장병헌</a:t>
              </a:r>
            </a:p>
          </p:txBody>
        </p:sp>
      </p:grpSp>
      <p:grpSp>
        <p:nvGrpSpPr>
          <p:cNvPr name="Group 10" id="10"/>
          <p:cNvGrpSpPr/>
          <p:nvPr/>
        </p:nvGrpSpPr>
        <p:grpSpPr>
          <a:xfrm rot="0">
            <a:off x="16276320" y="9656064"/>
            <a:ext cx="914400" cy="402336"/>
            <a:chOff x="0" y="0"/>
            <a:chExt cx="1219200" cy="536448"/>
          </a:xfrm>
        </p:grpSpPr>
        <p:sp>
          <p:nvSpPr>
            <p:cNvPr name="Freeform 11" id="11"/>
            <p:cNvSpPr/>
            <p:nvPr/>
          </p:nvSpPr>
          <p:spPr>
            <a:xfrm flipH="false" flipV="false" rot="0">
              <a:off x="0" y="0"/>
              <a:ext cx="1219200" cy="536448"/>
            </a:xfrm>
            <a:custGeom>
              <a:avLst/>
              <a:gdLst/>
              <a:ahLst/>
              <a:cxnLst/>
              <a:rect r="r" b="b" t="t" l="l"/>
              <a:pathLst>
                <a:path h="536448" w="1219200">
                  <a:moveTo>
                    <a:pt x="0" y="0"/>
                  </a:moveTo>
                  <a:lnTo>
                    <a:pt x="1219200" y="0"/>
                  </a:lnTo>
                  <a:lnTo>
                    <a:pt x="1219200" y="536448"/>
                  </a:lnTo>
                  <a:lnTo>
                    <a:pt x="0" y="536448"/>
                  </a:lnTo>
                  <a:close/>
                </a:path>
              </a:pathLst>
            </a:custGeom>
            <a:blipFill>
              <a:blip r:embed="rId3">
                <a:alphaModFix amt="0"/>
              </a:blip>
              <a:stretch>
                <a:fillRect l="-6453" t="0" r="-6453" b="0"/>
              </a:stretch>
            </a:blipFill>
          </p:spPr>
        </p:sp>
        <p:sp>
          <p:nvSpPr>
            <p:cNvPr name="TextBox 12" id="12"/>
            <p:cNvSpPr txBox="true"/>
            <p:nvPr/>
          </p:nvSpPr>
          <p:spPr>
            <a:xfrm>
              <a:off x="0" y="0"/>
              <a:ext cx="1219200" cy="536448"/>
            </a:xfrm>
            <a:prstGeom prst="rect">
              <a:avLst/>
            </a:prstGeom>
          </p:spPr>
          <p:txBody>
            <a:bodyPr anchor="ctr" rtlCol="false" tIns="0" lIns="0" bIns="0" rIns="0"/>
            <a:lstStyle/>
            <a:p>
              <a:pPr algn="r">
                <a:lnSpc>
                  <a:spcPts val="1919"/>
                </a:lnSpc>
              </a:pPr>
              <a:r>
                <a:rPr lang="en-US" sz="1599">
                  <a:solidFill>
                    <a:srgbClr val="6B7280"/>
                  </a:solidFill>
                  <a:latin typeface="Noto Sans"/>
                  <a:ea typeface="Noto Sans"/>
                  <a:cs typeface="Noto Sans"/>
                  <a:sym typeface="Noto Sans"/>
                </a:rPr>
                <a:t>8</a:t>
              </a:r>
            </a:p>
          </p:txBody>
        </p:sp>
      </p:grpSp>
      <p:grpSp>
        <p:nvGrpSpPr>
          <p:cNvPr name="Group 13" id="13"/>
          <p:cNvGrpSpPr/>
          <p:nvPr/>
        </p:nvGrpSpPr>
        <p:grpSpPr>
          <a:xfrm rot="0">
            <a:off x="1084583" y="1816103"/>
            <a:ext cx="5146043" cy="2951483"/>
            <a:chOff x="0" y="0"/>
            <a:chExt cx="6861391" cy="3935311"/>
          </a:xfrm>
        </p:grpSpPr>
        <p:sp>
          <p:nvSpPr>
            <p:cNvPr name="Freeform 14" id="14"/>
            <p:cNvSpPr/>
            <p:nvPr/>
          </p:nvSpPr>
          <p:spPr>
            <a:xfrm flipH="false" flipV="false" rot="0">
              <a:off x="0" y="0"/>
              <a:ext cx="6861429" cy="3935349"/>
            </a:xfrm>
            <a:custGeom>
              <a:avLst/>
              <a:gdLst/>
              <a:ahLst/>
              <a:cxnLst/>
              <a:rect r="r" b="b" t="t" l="l"/>
              <a:pathLst>
                <a:path h="3935349" w="6861429">
                  <a:moveTo>
                    <a:pt x="0" y="541147"/>
                  </a:moveTo>
                  <a:cubicBezTo>
                    <a:pt x="0" y="242316"/>
                    <a:pt x="242316" y="0"/>
                    <a:pt x="541147" y="0"/>
                  </a:cubicBezTo>
                  <a:lnTo>
                    <a:pt x="6320282" y="0"/>
                  </a:lnTo>
                  <a:cubicBezTo>
                    <a:pt x="6619113" y="0"/>
                    <a:pt x="6861429" y="242316"/>
                    <a:pt x="6861429" y="541147"/>
                  </a:cubicBezTo>
                  <a:lnTo>
                    <a:pt x="6861429" y="3394202"/>
                  </a:lnTo>
                  <a:cubicBezTo>
                    <a:pt x="6861429" y="3693033"/>
                    <a:pt x="6619113" y="3935349"/>
                    <a:pt x="6320282" y="3935349"/>
                  </a:cubicBezTo>
                  <a:lnTo>
                    <a:pt x="541147" y="3935349"/>
                  </a:lnTo>
                  <a:cubicBezTo>
                    <a:pt x="242316" y="3935349"/>
                    <a:pt x="0" y="3693033"/>
                    <a:pt x="0" y="3394202"/>
                  </a:cubicBezTo>
                  <a:close/>
                </a:path>
              </a:pathLst>
            </a:custGeom>
            <a:solidFill>
              <a:srgbClr val="F4F4F5"/>
            </a:solidFill>
            <a:ln w="25400" cap="sq">
              <a:solidFill>
                <a:srgbClr val="F4F4F5"/>
              </a:solidFill>
              <a:prstDash val="solid"/>
              <a:miter/>
            </a:ln>
          </p:spPr>
        </p:sp>
      </p:grpSp>
      <p:grpSp>
        <p:nvGrpSpPr>
          <p:cNvPr name="Group 15" id="15"/>
          <p:cNvGrpSpPr/>
          <p:nvPr/>
        </p:nvGrpSpPr>
        <p:grpSpPr>
          <a:xfrm rot="0">
            <a:off x="1554480" y="2048256"/>
            <a:ext cx="4297680" cy="1371600"/>
            <a:chOff x="0" y="0"/>
            <a:chExt cx="5730240" cy="1828800"/>
          </a:xfrm>
        </p:grpSpPr>
        <p:sp>
          <p:nvSpPr>
            <p:cNvPr name="Freeform 16" id="16"/>
            <p:cNvSpPr/>
            <p:nvPr/>
          </p:nvSpPr>
          <p:spPr>
            <a:xfrm flipH="false" flipV="false" rot="0">
              <a:off x="0" y="0"/>
              <a:ext cx="5730240" cy="1828800"/>
            </a:xfrm>
            <a:custGeom>
              <a:avLst/>
              <a:gdLst/>
              <a:ahLst/>
              <a:cxnLst/>
              <a:rect r="r" b="b" t="t" l="l"/>
              <a:pathLst>
                <a:path h="1828800" w="5730240">
                  <a:moveTo>
                    <a:pt x="0" y="0"/>
                  </a:moveTo>
                  <a:lnTo>
                    <a:pt x="5730240" y="0"/>
                  </a:lnTo>
                  <a:lnTo>
                    <a:pt x="5730240" y="1828800"/>
                  </a:lnTo>
                  <a:lnTo>
                    <a:pt x="0" y="1828800"/>
                  </a:lnTo>
                  <a:close/>
                </a:path>
              </a:pathLst>
            </a:custGeom>
            <a:blipFill>
              <a:blip r:embed="rId3">
                <a:alphaModFix amt="0"/>
              </a:blip>
              <a:stretch>
                <a:fillRect l="0" t="-11053" r="0" b="-11053"/>
              </a:stretch>
            </a:blipFill>
          </p:spPr>
        </p:sp>
        <p:sp>
          <p:nvSpPr>
            <p:cNvPr name="TextBox 17" id="17"/>
            <p:cNvSpPr txBox="true"/>
            <p:nvPr/>
          </p:nvSpPr>
          <p:spPr>
            <a:xfrm>
              <a:off x="0" y="0"/>
              <a:ext cx="5730240" cy="1828800"/>
            </a:xfrm>
            <a:prstGeom prst="rect">
              <a:avLst/>
            </a:prstGeom>
          </p:spPr>
          <p:txBody>
            <a:bodyPr anchor="ctr" rtlCol="false" tIns="0" lIns="0" bIns="0" rIns="0"/>
            <a:lstStyle/>
            <a:p>
              <a:pPr algn="l">
                <a:lnSpc>
                  <a:spcPts val="8640"/>
                </a:lnSpc>
              </a:pPr>
              <a:r>
                <a:rPr lang="en-US" sz="7200" b="true">
                  <a:solidFill>
                    <a:srgbClr val="F26B21"/>
                  </a:solidFill>
                  <a:latin typeface="Noto Sans Bold"/>
                  <a:ea typeface="Noto Sans Bold"/>
                  <a:cs typeface="Noto Sans Bold"/>
                  <a:sym typeface="Noto Sans Bold"/>
                </a:rPr>
                <a:t>33%</a:t>
              </a:r>
            </a:p>
          </p:txBody>
        </p:sp>
      </p:grpSp>
      <p:grpSp>
        <p:nvGrpSpPr>
          <p:cNvPr name="Group 18" id="18"/>
          <p:cNvGrpSpPr/>
          <p:nvPr/>
        </p:nvGrpSpPr>
        <p:grpSpPr>
          <a:xfrm rot="0">
            <a:off x="1554480" y="3474720"/>
            <a:ext cx="4297680" cy="1097280"/>
            <a:chOff x="0" y="0"/>
            <a:chExt cx="5730240" cy="1463040"/>
          </a:xfrm>
        </p:grpSpPr>
        <p:sp>
          <p:nvSpPr>
            <p:cNvPr name="Freeform 19" id="19"/>
            <p:cNvSpPr/>
            <p:nvPr/>
          </p:nvSpPr>
          <p:spPr>
            <a:xfrm flipH="false" flipV="false" rot="0">
              <a:off x="0" y="0"/>
              <a:ext cx="5730240" cy="1463040"/>
            </a:xfrm>
            <a:custGeom>
              <a:avLst/>
              <a:gdLst/>
              <a:ahLst/>
              <a:cxnLst/>
              <a:rect r="r" b="b" t="t" l="l"/>
              <a:pathLst>
                <a:path h="1463040" w="5730240">
                  <a:moveTo>
                    <a:pt x="0" y="0"/>
                  </a:moveTo>
                  <a:lnTo>
                    <a:pt x="5730240" y="0"/>
                  </a:lnTo>
                  <a:lnTo>
                    <a:pt x="5730240" y="1463040"/>
                  </a:lnTo>
                  <a:lnTo>
                    <a:pt x="0" y="1463040"/>
                  </a:lnTo>
                  <a:close/>
                </a:path>
              </a:pathLst>
            </a:custGeom>
            <a:blipFill>
              <a:blip r:embed="rId3">
                <a:alphaModFix amt="0"/>
              </a:blip>
              <a:stretch>
                <a:fillRect l="0" t="-26316" r="0" b="-26316"/>
              </a:stretch>
            </a:blipFill>
          </p:spPr>
        </p:sp>
        <p:sp>
          <p:nvSpPr>
            <p:cNvPr name="TextBox 20" id="20"/>
            <p:cNvSpPr txBox="true"/>
            <p:nvPr/>
          </p:nvSpPr>
          <p:spPr>
            <a:xfrm>
              <a:off x="0" y="0"/>
              <a:ext cx="5730240" cy="1463040"/>
            </a:xfrm>
            <a:prstGeom prst="rect">
              <a:avLst/>
            </a:prstGeom>
          </p:spPr>
          <p:txBody>
            <a:bodyPr anchor="ctr" rtlCol="false" tIns="0" lIns="0" bIns="0" rIns="0"/>
            <a:lstStyle/>
            <a:p>
              <a:pPr algn="l">
                <a:lnSpc>
                  <a:spcPts val="2760"/>
                </a:lnSpc>
              </a:pPr>
              <a:r>
                <a:rPr lang="en-US" sz="2300" b="true">
                  <a:solidFill>
                    <a:srgbClr val="1A1A1A"/>
                  </a:solidFill>
                  <a:latin typeface="Noto Sans Bold"/>
                  <a:ea typeface="Noto Sans Bold"/>
                  <a:cs typeface="Noto Sans Bold"/>
                  <a:sym typeface="Noto Sans Bold"/>
                </a:rPr>
                <a:t>자기 말로 묻는 질문</a:t>
              </a:r>
            </a:p>
            <a:p>
              <a:pPr algn="l">
                <a:lnSpc>
                  <a:spcPts val="2760"/>
                </a:lnSpc>
              </a:pPr>
              <a:r>
                <a:rPr lang="en-US" sz="2300">
                  <a:solidFill>
                    <a:srgbClr val="6B7280"/>
                  </a:solidFill>
                  <a:latin typeface="Noto Sans"/>
                  <a:ea typeface="Noto Sans"/>
                  <a:cs typeface="Noto Sans"/>
                  <a:sym typeface="Noto Sans"/>
                </a:rPr>
                <a:t>Recall@1</a:t>
              </a:r>
            </a:p>
          </p:txBody>
        </p:sp>
      </p:grpSp>
      <p:grpSp>
        <p:nvGrpSpPr>
          <p:cNvPr name="Group 21" id="21"/>
          <p:cNvGrpSpPr/>
          <p:nvPr/>
        </p:nvGrpSpPr>
        <p:grpSpPr>
          <a:xfrm rot="0">
            <a:off x="6534407" y="1816103"/>
            <a:ext cx="5146043" cy="2951483"/>
            <a:chOff x="0" y="0"/>
            <a:chExt cx="6861391" cy="3935311"/>
          </a:xfrm>
        </p:grpSpPr>
        <p:sp>
          <p:nvSpPr>
            <p:cNvPr name="Freeform 22" id="22"/>
            <p:cNvSpPr/>
            <p:nvPr/>
          </p:nvSpPr>
          <p:spPr>
            <a:xfrm flipH="false" flipV="false" rot="0">
              <a:off x="0" y="0"/>
              <a:ext cx="6861429" cy="3935349"/>
            </a:xfrm>
            <a:custGeom>
              <a:avLst/>
              <a:gdLst/>
              <a:ahLst/>
              <a:cxnLst/>
              <a:rect r="r" b="b" t="t" l="l"/>
              <a:pathLst>
                <a:path h="3935349" w="6861429">
                  <a:moveTo>
                    <a:pt x="0" y="541147"/>
                  </a:moveTo>
                  <a:cubicBezTo>
                    <a:pt x="0" y="242316"/>
                    <a:pt x="242316" y="0"/>
                    <a:pt x="541147" y="0"/>
                  </a:cubicBezTo>
                  <a:lnTo>
                    <a:pt x="6320282" y="0"/>
                  </a:lnTo>
                  <a:cubicBezTo>
                    <a:pt x="6619113" y="0"/>
                    <a:pt x="6861429" y="242316"/>
                    <a:pt x="6861429" y="541147"/>
                  </a:cubicBezTo>
                  <a:lnTo>
                    <a:pt x="6861429" y="3394202"/>
                  </a:lnTo>
                  <a:cubicBezTo>
                    <a:pt x="6861429" y="3693033"/>
                    <a:pt x="6619113" y="3935349"/>
                    <a:pt x="6320282" y="3935349"/>
                  </a:cubicBezTo>
                  <a:lnTo>
                    <a:pt x="541147" y="3935349"/>
                  </a:lnTo>
                  <a:cubicBezTo>
                    <a:pt x="242316" y="3935349"/>
                    <a:pt x="0" y="3693033"/>
                    <a:pt x="0" y="3394202"/>
                  </a:cubicBezTo>
                  <a:close/>
                </a:path>
              </a:pathLst>
            </a:custGeom>
            <a:solidFill>
              <a:srgbClr val="F4F4F5"/>
            </a:solidFill>
            <a:ln w="25400" cap="sq">
              <a:solidFill>
                <a:srgbClr val="F4F4F5"/>
              </a:solidFill>
              <a:prstDash val="solid"/>
              <a:miter/>
            </a:ln>
          </p:spPr>
        </p:sp>
      </p:grpSp>
      <p:grpSp>
        <p:nvGrpSpPr>
          <p:cNvPr name="Group 23" id="23"/>
          <p:cNvGrpSpPr/>
          <p:nvPr/>
        </p:nvGrpSpPr>
        <p:grpSpPr>
          <a:xfrm rot="0">
            <a:off x="7004304" y="2048256"/>
            <a:ext cx="4297680" cy="1371600"/>
            <a:chOff x="0" y="0"/>
            <a:chExt cx="5730240" cy="1828800"/>
          </a:xfrm>
        </p:grpSpPr>
        <p:sp>
          <p:nvSpPr>
            <p:cNvPr name="Freeform 24" id="24"/>
            <p:cNvSpPr/>
            <p:nvPr/>
          </p:nvSpPr>
          <p:spPr>
            <a:xfrm flipH="false" flipV="false" rot="0">
              <a:off x="0" y="0"/>
              <a:ext cx="5730240" cy="1828800"/>
            </a:xfrm>
            <a:custGeom>
              <a:avLst/>
              <a:gdLst/>
              <a:ahLst/>
              <a:cxnLst/>
              <a:rect r="r" b="b" t="t" l="l"/>
              <a:pathLst>
                <a:path h="1828800" w="5730240">
                  <a:moveTo>
                    <a:pt x="0" y="0"/>
                  </a:moveTo>
                  <a:lnTo>
                    <a:pt x="5730240" y="0"/>
                  </a:lnTo>
                  <a:lnTo>
                    <a:pt x="5730240" y="1828800"/>
                  </a:lnTo>
                  <a:lnTo>
                    <a:pt x="0" y="1828800"/>
                  </a:lnTo>
                  <a:close/>
                </a:path>
              </a:pathLst>
            </a:custGeom>
            <a:blipFill>
              <a:blip r:embed="rId3">
                <a:alphaModFix amt="0"/>
              </a:blip>
              <a:stretch>
                <a:fillRect l="0" t="-11053" r="0" b="-11053"/>
              </a:stretch>
            </a:blipFill>
          </p:spPr>
        </p:sp>
        <p:sp>
          <p:nvSpPr>
            <p:cNvPr name="TextBox 25" id="25"/>
            <p:cNvSpPr txBox="true"/>
            <p:nvPr/>
          </p:nvSpPr>
          <p:spPr>
            <a:xfrm>
              <a:off x="0" y="0"/>
              <a:ext cx="5730240" cy="1828800"/>
            </a:xfrm>
            <a:prstGeom prst="rect">
              <a:avLst/>
            </a:prstGeom>
          </p:spPr>
          <p:txBody>
            <a:bodyPr anchor="ctr" rtlCol="false" tIns="0" lIns="0" bIns="0" rIns="0"/>
            <a:lstStyle/>
            <a:p>
              <a:pPr algn="l">
                <a:lnSpc>
                  <a:spcPts val="8640"/>
                </a:lnSpc>
              </a:pPr>
              <a:r>
                <a:rPr lang="en-US" sz="7200" b="true">
                  <a:solidFill>
                    <a:srgbClr val="F26B21"/>
                  </a:solidFill>
                  <a:latin typeface="Noto Sans Bold"/>
                  <a:ea typeface="Noto Sans Bold"/>
                  <a:cs typeface="Noto Sans Bold"/>
                  <a:sym typeface="Noto Sans Bold"/>
                </a:rPr>
                <a:t>35%</a:t>
              </a:r>
            </a:p>
          </p:txBody>
        </p:sp>
      </p:grpSp>
      <p:grpSp>
        <p:nvGrpSpPr>
          <p:cNvPr name="Group 26" id="26"/>
          <p:cNvGrpSpPr/>
          <p:nvPr/>
        </p:nvGrpSpPr>
        <p:grpSpPr>
          <a:xfrm rot="0">
            <a:off x="7004304" y="3474720"/>
            <a:ext cx="4297680" cy="1097280"/>
            <a:chOff x="0" y="0"/>
            <a:chExt cx="5730240" cy="1463040"/>
          </a:xfrm>
        </p:grpSpPr>
        <p:sp>
          <p:nvSpPr>
            <p:cNvPr name="Freeform 27" id="27"/>
            <p:cNvSpPr/>
            <p:nvPr/>
          </p:nvSpPr>
          <p:spPr>
            <a:xfrm flipH="false" flipV="false" rot="0">
              <a:off x="0" y="0"/>
              <a:ext cx="5730240" cy="1463040"/>
            </a:xfrm>
            <a:custGeom>
              <a:avLst/>
              <a:gdLst/>
              <a:ahLst/>
              <a:cxnLst/>
              <a:rect r="r" b="b" t="t" l="l"/>
              <a:pathLst>
                <a:path h="1463040" w="5730240">
                  <a:moveTo>
                    <a:pt x="0" y="0"/>
                  </a:moveTo>
                  <a:lnTo>
                    <a:pt x="5730240" y="0"/>
                  </a:lnTo>
                  <a:lnTo>
                    <a:pt x="5730240" y="1463040"/>
                  </a:lnTo>
                  <a:lnTo>
                    <a:pt x="0" y="1463040"/>
                  </a:lnTo>
                  <a:close/>
                </a:path>
              </a:pathLst>
            </a:custGeom>
            <a:blipFill>
              <a:blip r:embed="rId3">
                <a:alphaModFix amt="0"/>
              </a:blip>
              <a:stretch>
                <a:fillRect l="0" t="-26316" r="0" b="-26316"/>
              </a:stretch>
            </a:blipFill>
          </p:spPr>
        </p:sp>
        <p:sp>
          <p:nvSpPr>
            <p:cNvPr name="TextBox 28" id="28"/>
            <p:cNvSpPr txBox="true"/>
            <p:nvPr/>
          </p:nvSpPr>
          <p:spPr>
            <a:xfrm>
              <a:off x="0" y="0"/>
              <a:ext cx="5730240" cy="1463040"/>
            </a:xfrm>
            <a:prstGeom prst="rect">
              <a:avLst/>
            </a:prstGeom>
          </p:spPr>
          <p:txBody>
            <a:bodyPr anchor="ctr" rtlCol="false" tIns="0" lIns="0" bIns="0" rIns="0"/>
            <a:lstStyle/>
            <a:p>
              <a:pPr algn="l">
                <a:lnSpc>
                  <a:spcPts val="2760"/>
                </a:lnSpc>
              </a:pPr>
              <a:r>
                <a:rPr lang="en-US" sz="2300" b="true">
                  <a:solidFill>
                    <a:srgbClr val="1A1A1A"/>
                  </a:solidFill>
                  <a:latin typeface="Noto Sans Bold"/>
                  <a:ea typeface="Noto Sans Bold"/>
                  <a:cs typeface="Noto Sans Bold"/>
                  <a:sym typeface="Noto Sans Bold"/>
                </a:rPr>
                <a:t>엉뚱한 매뉴얼 혼입</a:t>
              </a:r>
            </a:p>
            <a:p>
              <a:pPr algn="l">
                <a:lnSpc>
                  <a:spcPts val="2760"/>
                </a:lnSpc>
              </a:pPr>
              <a:r>
                <a:rPr lang="en-US" sz="2300">
                  <a:solidFill>
                    <a:srgbClr val="6B7280"/>
                  </a:solidFill>
                  <a:latin typeface="Noto Sans"/>
                  <a:ea typeface="Noto Sans"/>
                  <a:cs typeface="Noto Sans"/>
                  <a:sym typeface="Noto Sans"/>
                </a:rPr>
                <a:t>아직 남음</a:t>
              </a:r>
            </a:p>
          </p:txBody>
        </p:sp>
      </p:grpSp>
      <p:grpSp>
        <p:nvGrpSpPr>
          <p:cNvPr name="Group 29" id="29"/>
          <p:cNvGrpSpPr/>
          <p:nvPr/>
        </p:nvGrpSpPr>
        <p:grpSpPr>
          <a:xfrm rot="0">
            <a:off x="11984231" y="1816103"/>
            <a:ext cx="5146043" cy="2951483"/>
            <a:chOff x="0" y="0"/>
            <a:chExt cx="6861391" cy="3935311"/>
          </a:xfrm>
        </p:grpSpPr>
        <p:sp>
          <p:nvSpPr>
            <p:cNvPr name="Freeform 30" id="30"/>
            <p:cNvSpPr/>
            <p:nvPr/>
          </p:nvSpPr>
          <p:spPr>
            <a:xfrm flipH="false" flipV="false" rot="0">
              <a:off x="0" y="0"/>
              <a:ext cx="6861429" cy="3935349"/>
            </a:xfrm>
            <a:custGeom>
              <a:avLst/>
              <a:gdLst/>
              <a:ahLst/>
              <a:cxnLst/>
              <a:rect r="r" b="b" t="t" l="l"/>
              <a:pathLst>
                <a:path h="3935349" w="6861429">
                  <a:moveTo>
                    <a:pt x="0" y="541147"/>
                  </a:moveTo>
                  <a:cubicBezTo>
                    <a:pt x="0" y="242316"/>
                    <a:pt x="242316" y="0"/>
                    <a:pt x="541147" y="0"/>
                  </a:cubicBezTo>
                  <a:lnTo>
                    <a:pt x="6320282" y="0"/>
                  </a:lnTo>
                  <a:cubicBezTo>
                    <a:pt x="6619113" y="0"/>
                    <a:pt x="6861429" y="242316"/>
                    <a:pt x="6861429" y="541147"/>
                  </a:cubicBezTo>
                  <a:lnTo>
                    <a:pt x="6861429" y="3394202"/>
                  </a:lnTo>
                  <a:cubicBezTo>
                    <a:pt x="6861429" y="3693033"/>
                    <a:pt x="6619113" y="3935349"/>
                    <a:pt x="6320282" y="3935349"/>
                  </a:cubicBezTo>
                  <a:lnTo>
                    <a:pt x="541147" y="3935349"/>
                  </a:lnTo>
                  <a:cubicBezTo>
                    <a:pt x="242316" y="3935349"/>
                    <a:pt x="0" y="3693033"/>
                    <a:pt x="0" y="3394202"/>
                  </a:cubicBezTo>
                  <a:close/>
                </a:path>
              </a:pathLst>
            </a:custGeom>
            <a:solidFill>
              <a:srgbClr val="F4F4F5"/>
            </a:solidFill>
            <a:ln w="25400" cap="sq">
              <a:solidFill>
                <a:srgbClr val="F4F4F5"/>
              </a:solidFill>
              <a:prstDash val="solid"/>
              <a:miter/>
            </a:ln>
          </p:spPr>
        </p:sp>
      </p:grpSp>
      <p:grpSp>
        <p:nvGrpSpPr>
          <p:cNvPr name="Group 31" id="31"/>
          <p:cNvGrpSpPr/>
          <p:nvPr/>
        </p:nvGrpSpPr>
        <p:grpSpPr>
          <a:xfrm rot="0">
            <a:off x="12454128" y="2048256"/>
            <a:ext cx="4297680" cy="1371600"/>
            <a:chOff x="0" y="0"/>
            <a:chExt cx="5730240" cy="1828800"/>
          </a:xfrm>
        </p:grpSpPr>
        <p:sp>
          <p:nvSpPr>
            <p:cNvPr name="Freeform 32" id="32"/>
            <p:cNvSpPr/>
            <p:nvPr/>
          </p:nvSpPr>
          <p:spPr>
            <a:xfrm flipH="false" flipV="false" rot="0">
              <a:off x="0" y="0"/>
              <a:ext cx="5730240" cy="1828800"/>
            </a:xfrm>
            <a:custGeom>
              <a:avLst/>
              <a:gdLst/>
              <a:ahLst/>
              <a:cxnLst/>
              <a:rect r="r" b="b" t="t" l="l"/>
              <a:pathLst>
                <a:path h="1828800" w="5730240">
                  <a:moveTo>
                    <a:pt x="0" y="0"/>
                  </a:moveTo>
                  <a:lnTo>
                    <a:pt x="5730240" y="0"/>
                  </a:lnTo>
                  <a:lnTo>
                    <a:pt x="5730240" y="1828800"/>
                  </a:lnTo>
                  <a:lnTo>
                    <a:pt x="0" y="1828800"/>
                  </a:lnTo>
                  <a:close/>
                </a:path>
              </a:pathLst>
            </a:custGeom>
            <a:blipFill>
              <a:blip r:embed="rId3">
                <a:alphaModFix amt="0"/>
              </a:blip>
              <a:stretch>
                <a:fillRect l="0" t="-11053" r="0" b="-11053"/>
              </a:stretch>
            </a:blipFill>
          </p:spPr>
        </p:sp>
        <p:sp>
          <p:nvSpPr>
            <p:cNvPr name="TextBox 33" id="33"/>
            <p:cNvSpPr txBox="true"/>
            <p:nvPr/>
          </p:nvSpPr>
          <p:spPr>
            <a:xfrm>
              <a:off x="0" y="0"/>
              <a:ext cx="5730240" cy="1828800"/>
            </a:xfrm>
            <a:prstGeom prst="rect">
              <a:avLst/>
            </a:prstGeom>
          </p:spPr>
          <p:txBody>
            <a:bodyPr anchor="ctr" rtlCol="false" tIns="0" lIns="0" bIns="0" rIns="0"/>
            <a:lstStyle/>
            <a:p>
              <a:pPr algn="l">
                <a:lnSpc>
                  <a:spcPts val="8640"/>
                </a:lnSpc>
              </a:pPr>
              <a:r>
                <a:rPr lang="en-US" sz="7200" b="true">
                  <a:solidFill>
                    <a:srgbClr val="F26B21"/>
                  </a:solidFill>
                  <a:latin typeface="Noto Sans Bold"/>
                  <a:ea typeface="Noto Sans Bold"/>
                  <a:cs typeface="Noto Sans Bold"/>
                  <a:sym typeface="Noto Sans Bold"/>
                </a:rPr>
                <a:t>합성</a:t>
              </a:r>
            </a:p>
          </p:txBody>
        </p:sp>
      </p:grpSp>
      <p:grpSp>
        <p:nvGrpSpPr>
          <p:cNvPr name="Group 34" id="34"/>
          <p:cNvGrpSpPr/>
          <p:nvPr/>
        </p:nvGrpSpPr>
        <p:grpSpPr>
          <a:xfrm rot="0">
            <a:off x="12454128" y="3474720"/>
            <a:ext cx="4297680" cy="1097280"/>
            <a:chOff x="0" y="0"/>
            <a:chExt cx="5730240" cy="1463040"/>
          </a:xfrm>
        </p:grpSpPr>
        <p:sp>
          <p:nvSpPr>
            <p:cNvPr name="Freeform 35" id="35"/>
            <p:cNvSpPr/>
            <p:nvPr/>
          </p:nvSpPr>
          <p:spPr>
            <a:xfrm flipH="false" flipV="false" rot="0">
              <a:off x="0" y="0"/>
              <a:ext cx="5730240" cy="1463040"/>
            </a:xfrm>
            <a:custGeom>
              <a:avLst/>
              <a:gdLst/>
              <a:ahLst/>
              <a:cxnLst/>
              <a:rect r="r" b="b" t="t" l="l"/>
              <a:pathLst>
                <a:path h="1463040" w="5730240">
                  <a:moveTo>
                    <a:pt x="0" y="0"/>
                  </a:moveTo>
                  <a:lnTo>
                    <a:pt x="5730240" y="0"/>
                  </a:lnTo>
                  <a:lnTo>
                    <a:pt x="5730240" y="1463040"/>
                  </a:lnTo>
                  <a:lnTo>
                    <a:pt x="0" y="1463040"/>
                  </a:lnTo>
                  <a:close/>
                </a:path>
              </a:pathLst>
            </a:custGeom>
            <a:blipFill>
              <a:blip r:embed="rId3">
                <a:alphaModFix amt="0"/>
              </a:blip>
              <a:stretch>
                <a:fillRect l="0" t="-26316" r="0" b="-26316"/>
              </a:stretch>
            </a:blipFill>
          </p:spPr>
        </p:sp>
        <p:sp>
          <p:nvSpPr>
            <p:cNvPr name="TextBox 36" id="36"/>
            <p:cNvSpPr txBox="true"/>
            <p:nvPr/>
          </p:nvSpPr>
          <p:spPr>
            <a:xfrm>
              <a:off x="0" y="0"/>
              <a:ext cx="5730240" cy="1463040"/>
            </a:xfrm>
            <a:prstGeom prst="rect">
              <a:avLst/>
            </a:prstGeom>
          </p:spPr>
          <p:txBody>
            <a:bodyPr anchor="ctr" rtlCol="false" tIns="0" lIns="0" bIns="0" rIns="0"/>
            <a:lstStyle/>
            <a:p>
              <a:pPr algn="l">
                <a:lnSpc>
                  <a:spcPts val="2760"/>
                </a:lnSpc>
              </a:pPr>
              <a:r>
                <a:rPr lang="en-US" sz="2300" b="true">
                  <a:solidFill>
                    <a:srgbClr val="1A1A1A"/>
                  </a:solidFill>
                  <a:latin typeface="Noto Sans Bold"/>
                  <a:ea typeface="Noto Sans Bold"/>
                  <a:cs typeface="Noto Sans Bold"/>
                  <a:sym typeface="Noto Sans Bold"/>
                </a:rPr>
                <a:t>평가셋</a:t>
              </a:r>
            </a:p>
            <a:p>
              <a:pPr algn="l">
                <a:lnSpc>
                  <a:spcPts val="2760"/>
                </a:lnSpc>
              </a:pPr>
              <a:r>
                <a:rPr lang="en-US" sz="2300">
                  <a:solidFill>
                    <a:srgbClr val="6B7280"/>
                  </a:solidFill>
                  <a:latin typeface="Noto Sans"/>
                  <a:ea typeface="Noto Sans"/>
                  <a:cs typeface="Noto Sans"/>
                  <a:sym typeface="Noto Sans"/>
                </a:rPr>
                <a:t>사람 채점 없음</a:t>
              </a:r>
            </a:p>
          </p:txBody>
        </p:sp>
      </p:grpSp>
      <p:grpSp>
        <p:nvGrpSpPr>
          <p:cNvPr name="Group 37" id="37"/>
          <p:cNvGrpSpPr/>
          <p:nvPr/>
        </p:nvGrpSpPr>
        <p:grpSpPr>
          <a:xfrm rot="0">
            <a:off x="1078230" y="5284470"/>
            <a:ext cx="10279380" cy="1775460"/>
            <a:chOff x="0" y="0"/>
            <a:chExt cx="13705840" cy="2367280"/>
          </a:xfrm>
        </p:grpSpPr>
        <p:sp>
          <p:nvSpPr>
            <p:cNvPr name="Freeform 38" id="38"/>
            <p:cNvSpPr/>
            <p:nvPr/>
          </p:nvSpPr>
          <p:spPr>
            <a:xfrm flipH="false" flipV="false" rot="0">
              <a:off x="0" y="0"/>
              <a:ext cx="13705714" cy="2367153"/>
            </a:xfrm>
            <a:custGeom>
              <a:avLst/>
              <a:gdLst/>
              <a:ahLst/>
              <a:cxnLst/>
              <a:rect r="r" b="b" t="t" l="l"/>
              <a:pathLst>
                <a:path h="2367153" w="13705714">
                  <a:moveTo>
                    <a:pt x="0" y="622935"/>
                  </a:moveTo>
                  <a:cubicBezTo>
                    <a:pt x="0" y="278892"/>
                    <a:pt x="278892" y="0"/>
                    <a:pt x="622935" y="0"/>
                  </a:cubicBezTo>
                  <a:lnTo>
                    <a:pt x="13082778" y="0"/>
                  </a:lnTo>
                  <a:cubicBezTo>
                    <a:pt x="13426821" y="0"/>
                    <a:pt x="13705714" y="278892"/>
                    <a:pt x="13705714" y="622935"/>
                  </a:cubicBezTo>
                  <a:lnTo>
                    <a:pt x="13705714" y="1744218"/>
                  </a:lnTo>
                  <a:cubicBezTo>
                    <a:pt x="13705714" y="2088261"/>
                    <a:pt x="13426821" y="2367153"/>
                    <a:pt x="13082778" y="2367153"/>
                  </a:cubicBezTo>
                  <a:lnTo>
                    <a:pt x="622935" y="2367153"/>
                  </a:lnTo>
                  <a:cubicBezTo>
                    <a:pt x="278892" y="2367280"/>
                    <a:pt x="0" y="2088388"/>
                    <a:pt x="0" y="1744345"/>
                  </a:cubicBezTo>
                  <a:close/>
                </a:path>
              </a:pathLst>
            </a:custGeom>
            <a:solidFill>
              <a:srgbClr val="FFFFFF"/>
            </a:solidFill>
            <a:ln w="38100" cap="sq">
              <a:solidFill>
                <a:srgbClr val="C8102E"/>
              </a:solidFill>
              <a:prstDash val="solid"/>
              <a:miter/>
            </a:ln>
          </p:spPr>
        </p:sp>
      </p:grpSp>
      <p:grpSp>
        <p:nvGrpSpPr>
          <p:cNvPr name="Group 39" id="39"/>
          <p:cNvGrpSpPr/>
          <p:nvPr/>
        </p:nvGrpSpPr>
        <p:grpSpPr>
          <a:xfrm rot="-10800000">
            <a:off x="1718310" y="6985254"/>
            <a:ext cx="495300" cy="403860"/>
            <a:chOff x="0" y="0"/>
            <a:chExt cx="660400" cy="538480"/>
          </a:xfrm>
        </p:grpSpPr>
        <p:sp>
          <p:nvSpPr>
            <p:cNvPr name="Freeform 40" id="40"/>
            <p:cNvSpPr/>
            <p:nvPr/>
          </p:nvSpPr>
          <p:spPr>
            <a:xfrm flipH="false" flipV="false" rot="0">
              <a:off x="0" y="0"/>
              <a:ext cx="660400" cy="538480"/>
            </a:xfrm>
            <a:custGeom>
              <a:avLst/>
              <a:gdLst/>
              <a:ahLst/>
              <a:cxnLst/>
              <a:rect r="r" b="b" t="t" l="l"/>
              <a:pathLst>
                <a:path h="538480" w="660400">
                  <a:moveTo>
                    <a:pt x="0" y="538480"/>
                  </a:moveTo>
                  <a:lnTo>
                    <a:pt x="330200" y="0"/>
                  </a:lnTo>
                  <a:lnTo>
                    <a:pt x="660400" y="538480"/>
                  </a:lnTo>
                  <a:close/>
                </a:path>
              </a:pathLst>
            </a:custGeom>
            <a:solidFill>
              <a:srgbClr val="FFFFFF"/>
            </a:solidFill>
            <a:ln w="38100" cap="sq">
              <a:solidFill>
                <a:srgbClr val="C8102E"/>
              </a:solidFill>
              <a:prstDash val="solid"/>
              <a:miter/>
            </a:ln>
          </p:spPr>
        </p:sp>
      </p:grpSp>
      <p:grpSp>
        <p:nvGrpSpPr>
          <p:cNvPr name="Group 41" id="41"/>
          <p:cNvGrpSpPr/>
          <p:nvPr/>
        </p:nvGrpSpPr>
        <p:grpSpPr>
          <a:xfrm rot="0">
            <a:off x="1688087" y="6918455"/>
            <a:ext cx="555755" cy="171707"/>
            <a:chOff x="0" y="0"/>
            <a:chExt cx="741007" cy="228943"/>
          </a:xfrm>
        </p:grpSpPr>
        <p:sp>
          <p:nvSpPr>
            <p:cNvPr name="Freeform 42" id="42"/>
            <p:cNvSpPr/>
            <p:nvPr/>
          </p:nvSpPr>
          <p:spPr>
            <a:xfrm flipH="false" flipV="false" rot="0">
              <a:off x="0" y="0"/>
              <a:ext cx="740918" cy="228854"/>
            </a:xfrm>
            <a:custGeom>
              <a:avLst/>
              <a:gdLst/>
              <a:ahLst/>
              <a:cxnLst/>
              <a:rect r="r" b="b" t="t" l="l"/>
              <a:pathLst>
                <a:path h="228854" w="740918">
                  <a:moveTo>
                    <a:pt x="0" y="38100"/>
                  </a:moveTo>
                  <a:cubicBezTo>
                    <a:pt x="0" y="17145"/>
                    <a:pt x="17145" y="0"/>
                    <a:pt x="38100" y="0"/>
                  </a:cubicBezTo>
                  <a:lnTo>
                    <a:pt x="702818" y="0"/>
                  </a:lnTo>
                  <a:cubicBezTo>
                    <a:pt x="723900" y="0"/>
                    <a:pt x="740918" y="17145"/>
                    <a:pt x="740918" y="38100"/>
                  </a:cubicBezTo>
                  <a:lnTo>
                    <a:pt x="740918" y="190754"/>
                  </a:lnTo>
                  <a:cubicBezTo>
                    <a:pt x="740918" y="211836"/>
                    <a:pt x="723773" y="228854"/>
                    <a:pt x="702818" y="228854"/>
                  </a:cubicBezTo>
                  <a:lnTo>
                    <a:pt x="38100" y="228854"/>
                  </a:lnTo>
                  <a:cubicBezTo>
                    <a:pt x="17018" y="228854"/>
                    <a:pt x="0" y="211709"/>
                    <a:pt x="0" y="190754"/>
                  </a:cubicBezTo>
                  <a:close/>
                </a:path>
              </a:pathLst>
            </a:custGeom>
            <a:solidFill>
              <a:srgbClr val="FFFFFF"/>
            </a:solidFill>
            <a:ln w="25400" cap="sq">
              <a:solidFill>
                <a:srgbClr val="FFFFFF"/>
              </a:solidFill>
              <a:prstDash val="solid"/>
              <a:miter/>
            </a:ln>
          </p:spPr>
        </p:sp>
      </p:grpSp>
      <p:grpSp>
        <p:nvGrpSpPr>
          <p:cNvPr name="Group 43" id="43"/>
          <p:cNvGrpSpPr/>
          <p:nvPr/>
        </p:nvGrpSpPr>
        <p:grpSpPr>
          <a:xfrm rot="0">
            <a:off x="1554480" y="5449824"/>
            <a:ext cx="9326880" cy="1444752"/>
            <a:chOff x="0" y="0"/>
            <a:chExt cx="12435840" cy="1926336"/>
          </a:xfrm>
        </p:grpSpPr>
        <p:sp>
          <p:nvSpPr>
            <p:cNvPr name="Freeform 44" id="44"/>
            <p:cNvSpPr/>
            <p:nvPr/>
          </p:nvSpPr>
          <p:spPr>
            <a:xfrm flipH="false" flipV="false" rot="0">
              <a:off x="0" y="0"/>
              <a:ext cx="12435840" cy="1926336"/>
            </a:xfrm>
            <a:custGeom>
              <a:avLst/>
              <a:gdLst/>
              <a:ahLst/>
              <a:cxnLst/>
              <a:rect r="r" b="b" t="t" l="l"/>
              <a:pathLst>
                <a:path h="1926336" w="12435840">
                  <a:moveTo>
                    <a:pt x="0" y="0"/>
                  </a:moveTo>
                  <a:lnTo>
                    <a:pt x="12435840" y="0"/>
                  </a:lnTo>
                  <a:lnTo>
                    <a:pt x="12435840" y="1926336"/>
                  </a:lnTo>
                  <a:lnTo>
                    <a:pt x="0" y="1926336"/>
                  </a:lnTo>
                  <a:close/>
                </a:path>
              </a:pathLst>
            </a:custGeom>
            <a:blipFill>
              <a:blip r:embed="rId3">
                <a:alphaModFix amt="0"/>
              </a:blip>
              <a:stretch>
                <a:fillRect l="0" t="-75789" r="0" b="-75789"/>
              </a:stretch>
            </a:blipFill>
          </p:spPr>
        </p:sp>
        <p:sp>
          <p:nvSpPr>
            <p:cNvPr name="TextBox 45" id="45"/>
            <p:cNvSpPr txBox="true"/>
            <p:nvPr/>
          </p:nvSpPr>
          <p:spPr>
            <a:xfrm>
              <a:off x="0" y="-9525"/>
              <a:ext cx="12435840" cy="1935861"/>
            </a:xfrm>
            <a:prstGeom prst="rect">
              <a:avLst/>
            </a:prstGeom>
          </p:spPr>
          <p:txBody>
            <a:bodyPr anchor="ctr" rtlCol="false" tIns="0" lIns="0" bIns="0" rIns="0"/>
            <a:lstStyle/>
            <a:p>
              <a:pPr algn="l">
                <a:lnSpc>
                  <a:spcPts val="2400"/>
                </a:lnSpc>
              </a:pPr>
              <a:r>
                <a:rPr lang="en-US" sz="2000">
                  <a:solidFill>
                    <a:srgbClr val="6B7280"/>
                  </a:solidFill>
                  <a:latin typeface="Noto Sans"/>
                  <a:ea typeface="Noto Sans"/>
                  <a:cs typeface="Noto Sans"/>
                  <a:sym typeface="Noto Sans"/>
                </a:rPr>
                <a:t>배운 점</a:t>
              </a:r>
            </a:p>
            <a:p>
              <a:pPr algn="l">
                <a:lnSpc>
                  <a:spcPts val="3600"/>
                </a:lnSpc>
              </a:pPr>
              <a:r>
                <a:rPr lang="en-US" sz="3000" b="true">
                  <a:solidFill>
                    <a:srgbClr val="1A1A1A"/>
                  </a:solidFill>
                  <a:latin typeface="Noto Sans Bold"/>
                  <a:ea typeface="Noto Sans Bold"/>
                  <a:cs typeface="Noto Sans Bold"/>
                  <a:sym typeface="Noto Sans Bold"/>
                </a:rPr>
                <a:t>기능을 더하기 전에, 재는 법부터</a:t>
              </a:r>
            </a:p>
          </p:txBody>
        </p:sp>
      </p:grpSp>
      <p:grpSp>
        <p:nvGrpSpPr>
          <p:cNvPr name="Group 46" id="46"/>
          <p:cNvGrpSpPr/>
          <p:nvPr/>
        </p:nvGrpSpPr>
        <p:grpSpPr>
          <a:xfrm rot="0">
            <a:off x="11887200" y="5212080"/>
            <a:ext cx="5486400" cy="1463040"/>
            <a:chOff x="0" y="0"/>
            <a:chExt cx="7315200" cy="1950720"/>
          </a:xfrm>
        </p:grpSpPr>
        <p:sp>
          <p:nvSpPr>
            <p:cNvPr name="Freeform 47" id="47"/>
            <p:cNvSpPr/>
            <p:nvPr/>
          </p:nvSpPr>
          <p:spPr>
            <a:xfrm flipH="false" flipV="false" rot="0">
              <a:off x="0" y="0"/>
              <a:ext cx="7315200" cy="1950720"/>
            </a:xfrm>
            <a:custGeom>
              <a:avLst/>
              <a:gdLst/>
              <a:ahLst/>
              <a:cxnLst/>
              <a:rect r="r" b="b" t="t" l="l"/>
              <a:pathLst>
                <a:path h="1950720" w="7315200">
                  <a:moveTo>
                    <a:pt x="0" y="0"/>
                  </a:moveTo>
                  <a:lnTo>
                    <a:pt x="7315200" y="0"/>
                  </a:lnTo>
                  <a:lnTo>
                    <a:pt x="7315200" y="1950720"/>
                  </a:lnTo>
                  <a:lnTo>
                    <a:pt x="0" y="1950720"/>
                  </a:lnTo>
                  <a:close/>
                </a:path>
              </a:pathLst>
            </a:custGeom>
            <a:blipFill>
              <a:blip r:embed="rId3">
                <a:alphaModFix amt="0"/>
              </a:blip>
              <a:stretch>
                <a:fillRect l="0" t="-23068" r="0" b="-23068"/>
              </a:stretch>
            </a:blipFill>
          </p:spPr>
        </p:sp>
        <p:sp>
          <p:nvSpPr>
            <p:cNvPr name="TextBox 48" id="48"/>
            <p:cNvSpPr txBox="true"/>
            <p:nvPr/>
          </p:nvSpPr>
          <p:spPr>
            <a:xfrm>
              <a:off x="0" y="0"/>
              <a:ext cx="7315200" cy="1950720"/>
            </a:xfrm>
            <a:prstGeom prst="rect">
              <a:avLst/>
            </a:prstGeom>
          </p:spPr>
          <p:txBody>
            <a:bodyPr anchor="ctr" rtlCol="false" tIns="0" lIns="0" bIns="0" rIns="0"/>
            <a:lstStyle/>
            <a:p>
              <a:pPr algn="r">
                <a:lnSpc>
                  <a:spcPts val="7679"/>
                </a:lnSpc>
              </a:pPr>
              <a:r>
                <a:rPr lang="en-US" sz="6399" b="true">
                  <a:solidFill>
                    <a:srgbClr val="C8102E"/>
                  </a:solidFill>
                  <a:latin typeface="Noto Sans Bold"/>
                  <a:ea typeface="Noto Sans Bold"/>
                  <a:cs typeface="Noto Sans Bold"/>
                  <a:sym typeface="Noto Sans Bold"/>
                </a:rPr>
                <a:t>감사합니다</a:t>
              </a:r>
            </a:p>
          </p:txBody>
        </p:sp>
      </p:grpSp>
      <p:grpSp>
        <p:nvGrpSpPr>
          <p:cNvPr name="Group 49" id="49"/>
          <p:cNvGrpSpPr/>
          <p:nvPr/>
        </p:nvGrpSpPr>
        <p:grpSpPr>
          <a:xfrm rot="0">
            <a:off x="1097280" y="8321040"/>
            <a:ext cx="16093440" cy="548640"/>
            <a:chOff x="0" y="0"/>
            <a:chExt cx="21457920" cy="731520"/>
          </a:xfrm>
        </p:grpSpPr>
        <p:sp>
          <p:nvSpPr>
            <p:cNvPr name="Freeform 50" id="50"/>
            <p:cNvSpPr/>
            <p:nvPr/>
          </p:nvSpPr>
          <p:spPr>
            <a:xfrm flipH="false" flipV="false" rot="0">
              <a:off x="0" y="0"/>
              <a:ext cx="21457920" cy="731520"/>
            </a:xfrm>
            <a:custGeom>
              <a:avLst/>
              <a:gdLst/>
              <a:ahLst/>
              <a:cxnLst/>
              <a:rect r="r" b="b" t="t" l="l"/>
              <a:pathLst>
                <a:path h="731520" w="21457920">
                  <a:moveTo>
                    <a:pt x="0" y="0"/>
                  </a:moveTo>
                  <a:lnTo>
                    <a:pt x="21457920" y="0"/>
                  </a:lnTo>
                  <a:lnTo>
                    <a:pt x="21457920" y="731520"/>
                  </a:lnTo>
                  <a:lnTo>
                    <a:pt x="0" y="731520"/>
                  </a:lnTo>
                  <a:close/>
                </a:path>
              </a:pathLst>
            </a:custGeom>
            <a:blipFill>
              <a:blip r:embed="rId3">
                <a:alphaModFix amt="0"/>
              </a:blip>
              <a:stretch>
                <a:fillRect l="0" t="-521561" r="0" b="-521561"/>
              </a:stretch>
            </a:blipFill>
          </p:spPr>
        </p:sp>
        <p:sp>
          <p:nvSpPr>
            <p:cNvPr name="TextBox 51" id="51"/>
            <p:cNvSpPr txBox="true"/>
            <p:nvPr/>
          </p:nvSpPr>
          <p:spPr>
            <a:xfrm>
              <a:off x="0" y="-9525"/>
              <a:ext cx="21457920" cy="741045"/>
            </a:xfrm>
            <a:prstGeom prst="rect">
              <a:avLst/>
            </a:prstGeom>
          </p:spPr>
          <p:txBody>
            <a:bodyPr anchor="ctr" rtlCol="false" tIns="0" lIns="0" bIns="0" rIns="0"/>
            <a:lstStyle/>
            <a:p>
              <a:pPr algn="r">
                <a:lnSpc>
                  <a:spcPts val="2400"/>
                </a:lnSpc>
              </a:pPr>
              <a:r>
                <a:rPr lang="en-US" sz="2000" u="sng">
                  <a:solidFill>
                    <a:srgbClr val="6B7280"/>
                  </a:solidFill>
                  <a:latin typeface="Noto Sans"/>
                  <a:ea typeface="Noto Sans"/>
                  <a:cs typeface="Noto Sans"/>
                  <a:sym typeface="Noto Sans"/>
                  <a:hlinkClick r:id="rId4" tooltip="https://github.com/jang961111-hash/incident-agent-ablation"/>
                </a:rPr>
                <a:t>github.com/jang961111-hash/incident-agent-ablation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DAHYs9KXt2c</dc:identifier>
  <dcterms:modified xsi:type="dcterms:W3CDTF">2011-08-01T06:04:30Z</dcterms:modified>
  <cp:revision>1</cp:revision>
  <dc:title>장애 대응 AI 에이전트 · SKALA 발표 (최종 8장)</dc:title>
</cp:coreProperties>
</file>