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0ca7d6db-fdb8-bcd4-f044-2dfe218f7e7d}">
          <p14:sldIdLst>
            <p14:sldId id="256"/>
          </p14:sldIdLst>
        </p14:section>
        <p14:section name="요약" id="{9adafa3c-f3cd-3044-e1dd-aaa6ff5db02d}">
          <p14:sldIdLst>
            <p14:sldId id="257"/>
            <p14:sldId id="258"/>
          </p14:sldIdLst>
        </p14:section>
        <p14:section name="문제" id="{99e2068b-bc77-d4c6-d18e-9851e7d81062}">
          <p14:sldIdLst>
            <p14:sldId id="259"/>
            <p14:sldId id="260"/>
            <p14:sldId id="261"/>
          </p14:sldIdLst>
        </p14:section>
        <p14:section name="개선" id="{7ae72d53-17b1-2a87-0ab4-de496c65272f}">
          <p14:sldIdLst>
            <p14:sldId id="262"/>
          </p14:sldIdLst>
        </p14:section>
        <p14:section name="평가 설계" id="{89c76f3a-cb6f-e817-2ce5-2571ec1d857e}">
          <p14:sldIdLst>
            <p14:sldId id="263"/>
          </p14:sldIdLst>
        </p14:section>
        <p14:section name="Before/After" id="{29ccccdf-61f8-fc02-b50a-73c802a2bf28}">
          <p14:sldIdLst>
            <p14:sldId id="264"/>
            <p14:sldId id="265"/>
            <p14:sldId id="266"/>
            <p14:sldId id="267"/>
            <p14:sldId id="268"/>
          </p14:sldIdLst>
        </p14:section>
        <p14:section name="평가자 검증" id="{5c4d0fdb-fa7e-04b9-3581-29f9835d05fa}">
          <p14:sldIdLst>
            <p14:sldId id="269"/>
          </p14:sldIdLst>
        </p14:section>
        <p14:section name="시연" id="{91e61492-86e6-5381-c26d-32b2a5f584f9}">
          <p14:sldIdLst>
            <p14:sldId id="270"/>
          </p14:sldIdLst>
        </p14:section>
        <p14:section name="한계" id="{b0da42d1-4cd1-97b9-b696-c86b27506e1b}">
          <p14:sldIdLst>
            <p14:sldId id="271"/>
          </p14:sldIdLst>
        </p14:section>
        <p14:section name="마무리" id="{bfa83e08-d88f-4e51-fc14-2609c97fb18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 장 요약: 무엇을 고쳤고, 무엇이 효과였나</a:t>
            </a:r>
            <a:endParaRPr lang="en-US" sz="2800" dirty="0"/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그림은 ChatGPT로 생성 · 그림 속 숫자는 results/*_latest.json, 실제 API 벤치 실측값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+2.3초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독립 평가자와의 일치도 (kappa, 사람 표본은 예정)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8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독립 평가자(Claude, LLM) 블라인드 60건 → 지표별 kappa, 오판 유형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 표본 20건 라벨은 아직 없음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1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-0.9초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캐스케이드·v2 위 비용·전체 행의 지연은 재측정 부하(2프로세스 vs 7프로세스) 차이가 섞였을 수 있음.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 — 트레이드오프 한 장</a:t>
            </a:r>
            <a:endParaRPr lang="en-US" sz="2800" dirty="0"/>
          </a:p>
        </p:txBody>
      </p:sp>
      <p:graphicFrame>
        <p:nvGraphicFramePr>
          <p:cNvPr id="12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8.9초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17.1초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12.0초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10.6초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11.8초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지연: 5구성은 7프로세스 동시 부하, +비용·final은 캐시 버그 수정 뒤 2프로세스로 재측정 → 두 구성의 지연 차이엔 부하 차이가 섞였을 수 있음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 (4건 x 3회)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전체 통과율 차이는 유의하지 않음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0/19 · 허용 끔 0/18 · final 18/18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21%). 1회차 →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점검, 필요 시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2026-10-22T00:17:34Z</dcterms:created>
  <dcterms:modified xsi:type="dcterms:W3CDTF">2026-10-22T00:17:34Z</dcterms:modified>
</cp:coreProperties>
</file>