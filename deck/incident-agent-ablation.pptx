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c17eeb18-39e9-ed30-3763-be3d2fe43b50}">
          <p14:sldIdLst>
            <p14:sldId id="256"/>
          </p14:sldIdLst>
        </p14:section>
        <p14:section name="요약" id="{14e40750-734e-44a0-c3b3-2696b7f4f0c1}">
          <p14:sldIdLst>
            <p14:sldId id="257"/>
          </p14:sldIdLst>
        </p14:section>
        <p14:section name="문제" id="{f2d7dffe-f81b-bde9-bdae-20b868c8fef4}">
          <p14:sldIdLst>
            <p14:sldId id="258"/>
            <p14:sldId id="259"/>
            <p14:sldId id="260"/>
          </p14:sldIdLst>
        </p14:section>
        <p14:section name="개선" id="{ed736460-cf96-cfcf-efb4-89ee5e3377a0}">
          <p14:sldIdLst>
            <p14:sldId id="261"/>
          </p14:sldIdLst>
        </p14:section>
        <p14:section name="평가 설계" id="{2e4aed98-bb52-c93c-917d-89f389bfc7b4}">
          <p14:sldIdLst>
            <p14:sldId id="262"/>
          </p14:sldIdLst>
        </p14:section>
        <p14:section name="Before/After" id="{1c3f7c36-6787-e44d-96ca-b2a1cd89e643}">
          <p14:sldIdLst>
            <p14:sldId id="263"/>
            <p14:sldId id="264"/>
            <p14:sldId id="265"/>
            <p14:sldId id="266"/>
            <p14:sldId id="267"/>
          </p14:sldIdLst>
        </p14:section>
        <p14:section name="평가자 검증" id="{30032802-7821-931f-2755-80663ede30f5}">
          <p14:sldIdLst>
            <p14:sldId id="268"/>
          </p14:sldIdLst>
        </p14:section>
        <p14:section name="시연" id="{56ec1e8d-a8a9-62b7-9bb2-36927e5aa1f7}">
          <p14:sldIdLst>
            <p14:sldId id="269"/>
          </p14:sldIdLst>
        </p14:section>
        <p14:section name="한계" id="{ca51285a-c4a4-2ce1-d4be-405e55e8f6b9}">
          <p14:sldIdLst>
            <p14:sldId id="270"/>
          </p14:sldIdLst>
        </p14:section>
        <p14:section name="마무리" id="{e6e69074-a172-a120-61d6-7b3411d50d8d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0.08695652173913043</c:v>
                </c:pt>
                <c:pt idx="5">
                  <c:v>0.09842995169082125</c:v>
                </c:pt>
                <c:pt idx="6">
                  <c:v>0.0857487922705314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0.5862068965517241</c:v>
                </c:pt>
                <c:pt idx="5">
                  <c:v>0.3482758620689655</c:v>
                </c:pt>
                <c:pt idx="6">
                  <c:v>0.35249042145593873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처리에 걸린 시간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7.3300546660029795</c:v>
                </c:pt>
                <c:pt idx="1">
                  <c:v>19.806008041996392</c:v>
                </c:pt>
                <c:pt idx="2">
                  <c:v>32.5987327920011</c:v>
                </c:pt>
                <c:pt idx="3">
                  <c:v>62.78695033300028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7.124661374997231</c:v>
                </c:pt>
                <c:pt idx="1">
                  <c:v>6.839099584001815</c:v>
                </c:pt>
                <c:pt idx="2">
                  <c:v>8.139553832996171</c:v>
                </c:pt>
                <c:pt idx="3">
                  <c:v>9.153589582987479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0.9537037037037037</c:v>
                </c:pt>
                <c:pt idx="5">
                  <c:v>0.9907407407407408</c:v>
                </c:pt>
                <c:pt idx="6">
                  <c:v>0.9814814814814815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 효과를 통계로 분리하고, AI 평가자의 관대함까지 쟀다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인시던트 대응 에이전트 개선을 하나씩 켠 7구성 Ablation · 조정에 쓰지 않은 holdout 36건 · 3회 반복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결론: 조치 정확도는 RAG가, 비용은 캐스케이드가 낮췄다</a:t>
            </a:r>
            <a:endParaRPr lang="en-US" sz="2800" dirty="0"/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56% → 9%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 런북 누락률 (base → final)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= 맞는 조치를 권고하지 못할 위험</a:t>
            </a:r>
            <a:endParaRPr lang="en-US" sz="1350" dirty="0"/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-84%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장애 1건당 처리 비용 $0.00343 → $0.00057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(캐스케이드만 켜면 -73%)</a:t>
            </a:r>
            <a:endParaRPr lang="en-US" sz="1350" dirty="0"/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개선 미확인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LLM Judge 단독: 품질 향상 확인 안 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지연은 +2.3초 (유의)</a:t>
            </a:r>
            <a:endParaRPr lang="en-US" sz="1350" dirty="0"/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어떻게 증명했나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평가셋 60건을 dev 24건(기준값 조정용)과 holdout 36건(조정 전에 고정, 최종 보고용)으로 나눴다. 이 덱의 수치는 모두 holdout.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개선을 하나씩 켠 7구성을 각 3회 반복하고, 구성 간 차이는 같은 질의끼리 짝지은 bootstrap 95% 신뢰구간으로 판정했다.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평가자(LLM Judge)가 관대할 수 있어, Judge와 무관한 결정적 지표(정답 런북 누락·혼입, 런북 어구 포함)로 결론을 냈다.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출처: results/*_latest.json (7구성 x 60건 x 3회 = 1,260회, 실행 오류 0), results/stats_holdout.json, eval/extra_metrics.py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운영팀이 AI 에이전트 도입을 결정하려면 세 가지를 알아야 한다</a:t>
            </a:r>
            <a:endParaRPr lang="en-US" sz="2800" dirty="0"/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맞는 조치를 권고하나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새벽 2시 당직자가 "DB 프라이머리가 죽었다"고 물었는데 응답 지연 절차를 주면, 그 답은 장애를 키운다.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정답 런북 누락률 · 무관 런북 혼입률</a:t>
            </a:r>
            <a:endParaRPr lang="en-US" sz="1300" dirty="0"/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그 판정을 믿어도 되나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"AI가 채점했더니 97점"은 채점한 AI가 관대하면 의미가 없다. 평가자 자체를 검증해야 한다.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독립 평가자와의 일치도 (kappa, 사람 표본은 예정) · Judge 무관 지표</a:t>
            </a:r>
            <a:endParaRPr lang="en-US" sz="1300" dirty="0"/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얼마에, 얼마나 빨리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품질을 올린 대가로 비용과 지연이 얼마나 늘었는지, 장애가 겹쳐 들어오거나 도구가 죽어도 버티는지.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장애 1건당 비용 · p95 지연 · 동시 처리 · 장애 주입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 프로젝트는 기능을 더하는 것보다, 도입 판단에 쓸 수 있는 평가 체계를 만드는 데 무게를 뒀다.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1: base는 질문을 읽지 않고, 알림 키워드로 런북을 고른다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56%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holdout에서 base가 정답 런북을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근거에 못 넣은 비율</a:t>
            </a:r>
            <a:endParaRPr lang="en-US" sz="1350" dirty="0"/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78% vs 11%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알림 문구대로 물을 때 vs 자기 말로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물을 때 base Recall@1 (편향 검증)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원인 (src/agent/graph.py:192-213)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질의 문장은 쓰지 않는다. 당직자가 알림과 다른 말로 물으면 거의 맞히지 못한다.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정상 질의 aligned 9건 / paraphrased 9건, 3회 평균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2: 검증은 형식만 보고, 모델 분리는 이미 돼 있었다</a:t>
            </a:r>
            <a:endParaRPr lang="en-US" sz="2800" dirty="0"/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규칙 Validator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질문과 맞는지, 근거에 있는지는 보지 않는다.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실측: base 60건 x 3회에서 반려 0회. 응답 지연 절차로 DB 다운에 답해도 통과한다.</a:t>
            </a:r>
            <a:endParaRPr lang="en-US" sz="1500" dirty="0"/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계획했던 비용 개선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'역할별 모델 분리'는 base에 이미 있었다 (src/server.py:50-56).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그래서 비용 축을 다시 정했다: 1차 초안은 저가 모델, 반려될 때만 gpt-4o (캐스케이드) + 반복 질의 캐시.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개선 대상: 런북 선택(RAG) · 검증 기준(LLM Judge) · 비용(캐스케이드·캐시) · 운영 안정성(비동기·부분 실패)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개선: 원본 노드는 그대로, 플래그로 하나씩 켜는 7구성</a:t>
            </a:r>
            <a:endParaRPr lang="en-US" sz="2800" dirty="0"/>
          </a:p>
        </p:txBody>
      </p:sp>
      <p:graphicFrame>
        <p:nvGraphicFramePr>
          <p:cNvPr id="7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캐스케이드·캐시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런타임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알 수 있는 것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원본 (Before)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위 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절감의 품질 대가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약점 보완 효과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최종 (After)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v2 보완 = 1차 실측(24건)에서 찾은 약점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RAG 최소 유사도: 맞는 런북이 없으면 넣지 않고 '없음'을 알림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Judge v2: 근거 밖 요구 금지, 고칠 수 없는 반려는 재작성 생략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수치 코드 검증: 근거에 없는 수치는 Judge 호출 전에 반려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런타임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비동기 I/O: 동기 LLM 호출을 스레드로 빼 이벤트 루프 블로킹 제거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부분 실패 허용: 도구 하나가 죽어도 나머지 결과로 답함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원본 src/agent 는 이식 커밋(55e15f1) 이후 변경 0. base 는 원본 build_graph 를 그대로 호출. 개선은 src/ext/ 에 플래그로.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평가: 조정에 쓰지 않은 질의로, 반복해서, 짝지어 비교했다</a:t>
            </a:r>
            <a:endParaRPr lang="en-US" sz="2800" dirty="0"/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평가셋 60건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dev 24건: v2 기준값(RAG 최소 유사도) 조정에만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 36건: v2 구현 전에 고정해 커밋, 최종 보고에만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정상 30 · 형식 제약 8 · 복합 8 · 미등록 7 · 모호 7</a:t>
            </a:r>
            <a:endParaRPr lang="en-US" sz="1350" dirty="0"/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반복과 유의성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7구성 x 60건 x 3회 = 1,260회 실행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반복 간 95% CI (t 분포)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구성 간 차이는 질의 단위 paired bootstrap 2,000회</a:t>
            </a:r>
            <a:endParaRPr lang="en-US" sz="1350" dirty="0"/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측정 축 분리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검색: Recall@k, 정답 런북 누락·혼입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답변: 평가 Judge 4지표 + 런북 어구 포함(결정적)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운영: 건당 비용, p50/p95 지연, 재작성, 동시성, 장애 주입</a:t>
            </a:r>
            <a:endParaRPr lang="en-US" sz="1350" dirty="0"/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평가자 검증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gpt-4o로 고정 (파이프라인 Judge gpt-4o-mini와 분리)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독립 평가자(Claude, LLM) 블라인드 60건 → 지표별 kappa, 오판 유형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사람 표본 20건 라벨은 아직 없음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1: 누락은 RAG가, 무관 런북 혼입은 v2가 줄였다</a:t>
            </a:r>
            <a:endParaRPr lang="en-US" sz="2800" dirty="0"/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holdout, 3회 평균. 누락·혼입은 장애 경로 질의 기준. Recall@1·MRR은 gold 있는 holdout 질의 전체 기준: 33% → 52%, MRR 0.37 → 0.68. 누락 = 맞는 조치를 못 줄 위험, 혼입 = 잘못된 조치를 섞을 위험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2: 개선별 기여도 — 같은 질의끼리 짝지어 비교했다</a:t>
            </a:r>
            <a:endParaRPr lang="en-US" sz="2800" dirty="0"/>
          </a:p>
        </p:txBody>
      </p:sp>
      <p:graphicFrame>
        <p:nvGraphicFramePr>
          <p:cNvPr id="10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켠 것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비용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지연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-6%p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+37%p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+2.3초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위에 Judge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+0.0005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캐스케이드+캐시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-5%p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-0.7초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보완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-24%p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-0.0003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위에 비용·런타임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-0.9초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전체 (Before→After)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-29%p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+21%p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★ = 95% 신뢰구간이 0을 포함하지 않음 (holdout 36건, 질의 단위 paired bootstrap 2,000회). 초록 = 좋아짐, 주황 = 나빠짐. 표시 없는 칸은 차이가 있다고 말할 수 없음. 캐스케이드·v2 위 비용·전체 행의 지연은 재측정 부하(2프로세스 vs 7프로세스) 차이가 섞였을 수 있음.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results/stats_holdout.json · eval/stats.py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3: 품질을 얻은 대가 — 트레이드오프 한 장</a:t>
            </a:r>
            <a:endParaRPr lang="en-US" sz="2800" dirty="0"/>
          </a:p>
        </p:txBody>
      </p:sp>
      <p:graphicFrame>
        <p:nvGraphicFramePr>
          <p:cNvPr id="11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장애 1건당 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p95 지연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재작성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$0.00343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8.3초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8.9초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17.1초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12.0초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$0.00093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10.6초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11.8초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읽는 법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Judge를 붙이면 비용과 지연이 오르지만, 품질 지표는 신뢰구간 안에서 움직이지 않았다.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36건, 3회 평균. 비용은 OpenAI 공개 단가 x 실측 토큰 추정치 (평가 Judge 제외). 지연: 5구성은 7프로세스 동시 부하, +비용·final은 캐시 버그 수정 뒤 2프로세스로 재측정 → 두 구성의 지연 차이엔 부하 차이가 섞였을 수 있음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1차 실측이 찾은 약점을 v2가 고쳤고, holdout에서 확인했다</a:t>
            </a:r>
            <a:endParaRPr lang="en-US" sz="2800" dirty="0"/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83% → 100%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미등록 질의 평가 통과율 (4건 x 3회)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전체 통과율 차이는 유의하지 않음</a:t>
            </a:r>
            <a:endParaRPr lang="en-US" sz="1350" dirty="0"/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59% → 35%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무관 런북 혼입률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최소 유사도 기준 (dev로만 정함)</a:t>
            </a:r>
            <a:endParaRPr lang="en-US" sz="1350" dirty="0"/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2.0 → 0.0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Judge 재작성 (holdout 36건, 회당)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 밖 요구를 하지 않게 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1차 실측(dev 24건)에서 본 문제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Kafka처럼 런북이 없는 질문에 Judge가 '런북 절차를 반영하라'며 반려 → 답이 무관한 절차를 섞는 쪽으로 바뀜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RAG가 유사도와 상관없이 늘 런북을 넣음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833A"/>
                </a:solidFill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안정성: 동시 요청, 도구 장애, 반복 질문</a:t>
            </a:r>
            <a:endParaRPr lang="en-US" sz="2800" dirty="0"/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도구 장애 주입 (모니터링 호출 30% 실패)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</a:rPr>
              <a:t>장애를 맞은 질의 중 끝까지 답한 건수</a:t>
            </a:r>
            <a:endParaRPr lang="en-US" sz="14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55E4B"/>
                </a:solidFill>
              </a:rPr>
              <a:t>base 0/19 · 허용 끔 0/18 · final 18/18</a:t>
            </a:r>
            <a:endParaRPr lang="en-US" sz="1400" dirty="0"/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반복 질문 캐시 (같은 60건 2회, 실제 API)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5E4B"/>
                </a:solidFill>
              </a:rPr>
              <a:t>2회차 적중 112/160, 지연 p50 7.9초 → 5.6초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route·plan·임베딩만 캐시 (final 비용의 21%). 1회차 → 2회차 비용 $0.0272 → $0.0233. 모니터링·답변은 캐시하지 않음.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동시성·장애 주입·캐시 모두 실제 API (results/concurrency_bench_latest.json · fault_bench_latest.json · cache_bench_latest.json). 동시성은 N마다 1회 측정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평가자 검증: AI 채점을 그대로 믿지 않았다</a:t>
            </a:r>
            <a:endParaRPr lang="en-US" sz="2800" dirty="0"/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일치율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kappa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관대도*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관련성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0.44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완전성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도메인 적합성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명확성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종합 (3/4)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평가 Judge vs 독립 평가자(Claude, Judge 판정을 가린 블라인드 채점) base 답변 60건. 사람 라벨이 아니다. * 독립 평가자가 Fail로 본 답을 Judge가 Pass로 준 비율. 사람 표본 라벨은 아직 없다.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RAG가 들어간 구성에서 95%~99%로 포화돼 구성 차이를 잘 보지 못했다. 그래서 Judge 무관 지표(정답 누락·혼입, 런북 어구 포함)로 결론을 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시연: 같은 질문, base와 final을 나란히</a:t>
            </a:r>
            <a:endParaRPr lang="en-US" sz="2800" dirty="0"/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en-US" sz="1600" dirty="0"/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[base]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오답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high-latency (응답 지연 절차)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늘리기, 트래픽 분산…</a:t>
            </a:r>
            <a:endParaRPr lang="en-US" sz="1450" dirty="0"/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[final]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정답 포함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db-down (+disk-full 혼입)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점검, 필요 시 failover 노드로 전환…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개선</a:t>
            </a:r>
            <a:endParaRPr lang="en-US" sz="2800" dirty="0"/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일반화 격차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RAG Recall@1이 dev 72% → holdout 52%. 자기 말로 묻는 holdout 질의는 33%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런북 본문 외에 증상 예시 문장을 색인해 질문과 문서의 표현 차이를 줄임</a:t>
            </a:r>
            <a:endParaRPr lang="en-US" sz="1350" dirty="0"/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무관 런북 혼입이 남음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final 혼입 35%. 1위와 점수가 가까운 런북을 함께 넣는 규칙, 맞는 런북이 없는 질문에도 런북이 들어가는 경우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재순위(reranker), 질문 속 증상 수에 맞춘 투입 개수</a:t>
            </a:r>
            <a:endParaRPr lang="en-US" sz="1350" dirty="0"/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캐스케이드의 품질 대가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어구 포함 -5%p (유의하지 않음). 저가 초안이 런북 문구를 덜 인용하는 것으로 추정 (미검증)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Judge 대신 결정적 어구 대조로 승급 기준을 정함</a:t>
            </a:r>
            <a:endParaRPr lang="en-US" sz="1350" dirty="0"/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평가 규모와 범위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holdout 36건 x 3회 (1건 = 2.8%p). 평가 Judge 포화. 라우터는 개선 범위 밖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질의 확대, 라우팅 개선을 같은 체계로 재측정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기능을 더하기 전에, 효과를 재는 법부터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RAG가 조치 정확도를 올렸고, Judge는 품질 향상이 확인되지 않은 채 비용·지연만 늘렸으며, 캐스케이드로 장애 1건당 비용을 낮췄다. 모두 holdout에서, 반복과 짝지은 비교로 확인했다.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github.com/jang961111-hash/incident-agent-ablation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2026-10-21T08:33:35Z</dcterms:created>
  <dcterms:modified xsi:type="dcterms:W3CDTF">2026-10-21T08:33:35Z</dcterms:modified>
</cp:coreProperties>
</file>