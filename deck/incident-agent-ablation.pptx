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b3c290c-79c3-2e5a-7dbc-93fc9cb45568}">
          <p14:sldIdLst>
            <p14:sldId id="256"/>
          </p14:sldIdLst>
        </p14:section>
        <p14:section name="요약" id="{7dfe0583-77fd-0abf-749b-87709ff8cd8f}">
          <p14:sldIdLst>
            <p14:sldId id="257"/>
          </p14:sldIdLst>
        </p14:section>
        <p14:section name="문제" id="{52bc9e6d-77c4-ba47-daa0-ab1f678ea901}">
          <p14:sldIdLst>
            <p14:sldId id="258"/>
            <p14:sldId id="259"/>
            <p14:sldId id="260"/>
          </p14:sldIdLst>
        </p14:section>
        <p14:section name="개선" id="{ba9c7fdc-be71-f82f-139e-c50a51b26219}">
          <p14:sldIdLst>
            <p14:sldId id="261"/>
          </p14:sldIdLst>
        </p14:section>
        <p14:section name="평가 설계" id="{9e0d93fd-e760-c522-0813-ba07d52d880d}">
          <p14:sldIdLst>
            <p14:sldId id="262"/>
          </p14:sldIdLst>
        </p14:section>
        <p14:section name="Before/After" id="{b0c85e9a-774c-274b-903c-7c9a85423dc3}">
          <p14:sldIdLst>
            <p14:sldId id="263"/>
            <p14:sldId id="264"/>
            <p14:sldId id="265"/>
            <p14:sldId id="266"/>
            <p14:sldId id="267"/>
          </p14:sldIdLst>
        </p14:section>
        <p14:section name="평가자 검증" id="{43ea2c70-824e-26f5-612c-f1e3b31d0509}">
          <p14:sldIdLst>
            <p14:sldId id="268"/>
          </p14:sldIdLst>
        </p14:section>
        <p14:section name="시연" id="{e56fa438-bfe8-fb0b-cc69-fe9055246d98}">
          <p14:sldIdLst>
            <p14:sldId id="269"/>
          </p14:sldIdLst>
        </p14:section>
        <p14:section name="한계" id="{cb545b70-a16f-0a30-8879-ba583a6fe40f}">
          <p14:sldIdLst>
            <p14:sldId id="270"/>
          </p14:sldIdLst>
        </p14:section>
        <p14:section name="마무리" id="{084adfbb-9db0-987b-08cd-d46433a35b8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0.08514492753623187</c:v>
                </c:pt>
                <c:pt idx="5">
                  <c:v>0.09842995169082125</c:v>
                </c:pt>
                <c:pt idx="6">
                  <c:v>0.08514492753623187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0.5764367816091953</c:v>
                </c:pt>
                <c:pt idx="5">
                  <c:v>0.3482758620689655</c:v>
                </c:pt>
                <c:pt idx="6">
                  <c:v>0.3390804597701149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 시간 (초) — 모의 LLM, 호출당 0.5초 동기 지연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4.67237358399143</c:v>
                </c:pt>
                <c:pt idx="1">
                  <c:v>9.704944583005272</c:v>
                </c:pt>
                <c:pt idx="2">
                  <c:v>14.82982220800477</c:v>
                </c:pt>
                <c:pt idx="3">
                  <c:v>19.930124874998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4.6389495830080705</c:v>
                </c:pt>
                <c:pt idx="1">
                  <c:v>4.754600499989465</c:v>
                </c:pt>
                <c:pt idx="2">
                  <c:v>4.675857917012763</c:v>
                </c:pt>
                <c:pt idx="3">
                  <c:v>4.699182333002682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0.9305555555555556</c:v>
                </c:pt>
                <c:pt idx="5">
                  <c:v>0.9907407407407408</c:v>
                </c:pt>
                <c:pt idx="6">
                  <c:v>0.9861111111111112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그 판정을 한 AI 평가자도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증명하고, 평가자까지 검증했다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만들었다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-81%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$0.00343 → $0.00064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효과 없음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변화 유의하지 않음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지연만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Judge-사람 일치도 (kappa)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사람이 base 답변을 지표별로 블라인드 라벨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→ 지표별 kappa, 오판 유형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장애 경로 질의, 3회 평균. Recall@1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-4%p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+22%p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-0.0023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1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10.7초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지연은 7구성 동시 실행 부하에서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'등록된 런북에 없다'를 밝히게 됨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 (LLM 없이 코드 경로만 측정)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0/21 · 허용 끔 0/21 · final 21/21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19%).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주입은 공용 키 한도 소진 뒤 API 없이 측정 (results/concurrency_bench_simulated_latest.json · fault_bench_fake_latest.json). 캐시는 실제 API (cache_bench_latest.json)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검증은 진행 중.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 이후 97% 이상에서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풀·리플리케이션 점검,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34%. 1위 점수와 가까운 런북을 함께 넣는 규칙 때문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기준을 잘못 세우면 비용만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2026-10-21T06:41:54Z</dcterms:created>
  <dcterms:modified xsi:type="dcterms:W3CDTF">2026-10-21T06:41:54Z</dcterms:modified>
</cp:coreProperties>
</file>