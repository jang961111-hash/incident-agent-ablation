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83c3193-b15f-0789-91e3-f6a56e2358d0}">
          <p14:sldIdLst>
            <p14:sldId id="256"/>
          </p14:sldIdLst>
        </p14:section>
        <p14:section name="요약" id="{4e3c16ff-c70d-7306-71f7-16575315ebe7}">
          <p14:sldIdLst>
            <p14:sldId id="257"/>
            <p14:sldId id="258"/>
            <p14:sldId id="259"/>
          </p14:sldIdLst>
        </p14:section>
        <p14:section name="문제" id="{c98d9fce-80c0-44f6-0913-71960e332e40}">
          <p14:sldIdLst>
            <p14:sldId id="260"/>
            <p14:sldId id="261"/>
            <p14:sldId id="262"/>
          </p14:sldIdLst>
        </p14:section>
        <p14:section name="개선" id="{bed266ee-f70c-848d-c7a4-09b0bb6f579d}">
          <p14:sldIdLst>
            <p14:sldId id="263"/>
          </p14:sldIdLst>
        </p14:section>
        <p14:section name="평가 설계" id="{bcf31b6d-8d98-07f9-8ed8-09ba76e5e396}">
          <p14:sldIdLst>
            <p14:sldId id="264"/>
          </p14:sldIdLst>
        </p14:section>
        <p14:section name="Before/After" id="{d32f0add-03b5-9f5a-82c6-385f817c7c60}">
          <p14:sldIdLst>
            <p14:sldId id="265"/>
            <p14:sldId id="266"/>
            <p14:sldId id="267"/>
            <p14:sldId id="268"/>
            <p14:sldId id="269"/>
          </p14:sldIdLst>
        </p14:section>
        <p14:section name="평가자 검증" id="{e348aebc-dae6-cce2-eac3-48d67d1bab57}">
          <p14:sldIdLst>
            <p14:sldId id="270"/>
          </p14:sldIdLst>
        </p14:section>
        <p14:section name="시연" id="{edcba01b-149f-1639-d1f0-fb283230ffd9}">
          <p14:sldIdLst>
            <p14:sldId id="271"/>
          </p14:sldIdLst>
        </p14:section>
        <p14:section name="한계" id="{f88d8eb1-ccd7-109f-7a03-9d523704a1ee}">
          <p14:sldIdLst>
            <p14:sldId id="272"/>
          </p14:sldIdLst>
        </p14:section>
        <p14:section name="마무리" id="{d267c7f3-b72c-0230-3d6d-dfb32153b43b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AI SRE로 가고 있고, 런북 근거와 MCP 연동이 흔합니다. 그런데 공개된 수치는 대부분 업체 주장이고, 조사한 국내 기업 사례에서는 부품별 효과를 잰 공개 자료를 찾지 못했습니다. 이 과제는 합성 평가셋과 AI 평가자라는 한계 안에서 부품별 기여를 분리해 보였습니다.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실태 현황: 시장은 AI SRE로 가는데, 효과를 잰 곳은 드물다</a:t>
            </a:r>
            <a:endParaRPr lang="en-US" sz="2800" dirty="0"/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54%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최근 중대 장애 비용이 10만 달러를 넘었다는 응답 (Uptime Institute 2025). 같은 보고서에서 절차 미준수 장애도 늘었다</a:t>
            </a:r>
            <a:endParaRPr lang="en-US" sz="1350" dirty="0"/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5개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확인한 국외 정식 출시 AI SRE: PagerDuty·Datadog·Azure·AWS·Grafana. 국내도 SK AX·삼성계정·롯데ON·GS리테일 등</a:t>
            </a:r>
            <a:endParaRPr lang="en-US" sz="1350" dirty="0"/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0건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조사한 국내 기업·제품 공개 사례 중 고정 평가셋·Ablation 공개. 국외 수치도 대부분 '최대 몇 %' 업체 주장</a:t>
            </a:r>
            <a:endParaRPr lang="en-US" sz="1350" dirty="0"/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런북·과거 장애 근거, MCP 도구 연동이 흔하다. 실행을 맡기는 정도는 제품마다 다르다 (우리는 제안만)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Datadog: 기능 하나가 무관한 신호를 끌어와 다른 조사를 나쁘게 만든 사례 공개 → 부품을 하나씩 켜고 끄며 재야 하는 이유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연구: SOP 기반 멀티에이전트가 ReAct 대비 RCA 정확도 35.5% → 64.0% (Flow-of-Action) · 추론 과제에서 외부 피드백 없는 자기교정은 효과 없음 (Huang 외, ICLR'24)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국내 연구: RCA 에이전트 실패 1위는 데이터 해석 환각 71.2% (오케스트로·한양대, ASPLOS'26 AIOps 워크숍, 보도 기준)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 전체: docs/research/00_요약_실태현황.md (국외 18개 제품·국내 20건·논문 37건, 2026-10-22 확인, 업체 수치는 업체 주장)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+2.7초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같은 질의끼리 짝지어 비교했다</a:t>
            </a:r>
            <a:endParaRPr lang="en-US" sz="2800" dirty="0"/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+0.0초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+2.5초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지연은 7구성을 같은 부하로 다시 잰 값(평가 Judge 생략, scripts/run_latency_ctrl.sh).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트레이드오프 한 장</a:t>
            </a:r>
            <a:endParaRPr lang="en-US" sz="2800" dirty="0"/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9.2초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16.1초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12.2초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p95 지연은 7구성을 같은 부하(동시 7프로세스 x 2)로 다시 잰 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2026-10-22T01:49:05Z</dcterms:created>
  <dcterms:modified xsi:type="dcterms:W3CDTF">2026-10-22T01:49:05Z</dcterms:modified>
</cp:coreProperties>
</file>