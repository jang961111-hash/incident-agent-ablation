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b="1" spc="200" kern="0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AI AGENT MINI-PROJECT  |  ABLATION REPORT</a:t>
            </a:r>
            <a:endParaRPr lang="ko-KR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대응 AI 비서, 무엇이 진짜 효과였나</a:t>
            </a:r>
            <a:endParaRPr lang="ko-KR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109728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개선 5가지를 하나씩 켜고 끄며 실측한 7개 구성 비교</a:t>
            </a:r>
            <a:endParaRPr lang="ko-KR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SKALA 4기 · 광주 2반 · G062 장병헌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4023360"/>
            <a:ext cx="82296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4023360"/>
            <a:ext cx="411480" cy="411480"/>
          </a:xfrm>
          <a:prstGeom prst="rect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01</a:t>
            </a:r>
            <a:endParaRPr lang="ko-KR" sz="2000" dirty="0"/>
          </a:p>
        </p:txBody>
      </p:sp>
      <p:sp>
        <p:nvSpPr>
          <p:cNvPr id="3" name="Text 1"/>
          <p:cNvSpPr/>
          <p:nvPr/>
        </p:nvSpPr>
        <p:spPr>
          <a:xfrm>
            <a:off x="10058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핵심 결과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같은 질문, 같은 채점으로 원본과 최종을 비교</a:t>
            </a:r>
            <a:endParaRPr lang="ko-KR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맞는 매뉴얼 누락</a:t>
            </a:r>
            <a:endParaRPr lang="ko-KR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800" b="1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9%</a:t>
            </a:r>
            <a:endParaRPr lang="ko-KR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원본 56%</a:t>
            </a:r>
            <a:endParaRPr 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0604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엉뚱한 매뉴얼 혼입</a:t>
            </a:r>
            <a:endParaRPr lang="ko-KR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800" b="1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35%</a:t>
            </a:r>
            <a:endParaRPr lang="ko-KR" sz="4800" dirty="0"/>
          </a:p>
        </p:txBody>
      </p:sp>
      <p:sp>
        <p:nvSpPr>
          <p:cNvPr id="13" name="Text 11"/>
          <p:cNvSpPr/>
          <p:nvPr/>
        </p:nvSpPr>
        <p:spPr>
          <a:xfrm>
            <a:off x="324612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원본 65%</a:t>
            </a:r>
            <a:endParaRPr 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1건 비용</a:t>
            </a:r>
            <a:endParaRPr lang="ko-KR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800" b="1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-84%</a:t>
            </a:r>
            <a:endParaRPr lang="ko-KR" sz="4800" dirty="0"/>
          </a:p>
        </p:txBody>
      </p:sp>
      <p:sp>
        <p:nvSpPr>
          <p:cNvPr id="17" name="Text 15"/>
          <p:cNvSpPr/>
          <p:nvPr/>
        </p:nvSpPr>
        <p:spPr>
          <a:xfrm>
            <a:off x="603504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원본 대비</a:t>
            </a:r>
            <a:endParaRPr lang="ko-KR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1234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동시 질문 10개</a:t>
            </a:r>
            <a:endParaRPr lang="ko-KR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62.8초  →  </a:t>
            </a:r>
            <a:pPr indent="0" marL="0">
              <a:buNone/>
            </a:pPr>
            <a:r>
              <a:rPr lang="ko-KR" altLang="en-US" sz="2600" b="1" dirty="0">
                <a:solidFill>
                  <a:srgbClr val="F26B2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9.2초</a:t>
            </a:r>
            <a:endParaRPr lang="ko-KR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고장 시 완주</a:t>
            </a:r>
            <a:endParaRPr lang="ko-KR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0/19  →  </a:t>
            </a:r>
            <a:pPr indent="0" marL="0">
              <a:buNone/>
            </a:pPr>
            <a:r>
              <a:rPr lang="ko-KR" altLang="en-US" sz="2600" b="1" dirty="0">
                <a:solidFill>
                  <a:srgbClr val="F26B2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18/18</a:t>
            </a:r>
            <a:endParaRPr lang="ko-KR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3429000"/>
            <a:ext cx="0" cy="9601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26" name="Text 24"/>
          <p:cNvSpPr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b="1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02</a:t>
            </a:r>
            <a:endParaRPr lang="ko-KR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02</a:t>
            </a:r>
            <a:endParaRPr lang="ko-KR" sz="2000" dirty="0"/>
          </a:p>
        </p:txBody>
      </p:sp>
      <p:sp>
        <p:nvSpPr>
          <p:cNvPr id="3" name="Text 1"/>
          <p:cNvSpPr/>
          <p:nvPr/>
        </p:nvSpPr>
        <p:spPr>
          <a:xfrm>
            <a:off x="10058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내가 바꾼 것: 파이프라인의 5개 스위치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40280"/>
            <a:ext cx="1115568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route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질문 분류</a:t>
            </a:r>
            <a:endParaRPr lang="ko-KR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2569464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56232" y="2240280"/>
            <a:ext cx="1115568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224028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plan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계획</a:t>
            </a:r>
            <a:endParaRPr 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2999232" y="2569464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55264" y="2240280"/>
            <a:ext cx="1115568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224028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research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MCP 도구 조회</a:t>
            </a:r>
            <a:endParaRPr lang="ko-KR" sz="1100" dirty="0"/>
          </a:p>
        </p:txBody>
      </p:sp>
      <p:sp>
        <p:nvSpPr>
          <p:cNvPr id="13" name="Shape 11"/>
          <p:cNvSpPr/>
          <p:nvPr/>
        </p:nvSpPr>
        <p:spPr>
          <a:xfrm>
            <a:off x="4398264" y="2569464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54296" y="2240280"/>
            <a:ext cx="1115568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24028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analysis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분석</a:t>
            </a:r>
            <a:endParaRPr lang="ko-KR" sz="1100" dirty="0"/>
          </a:p>
        </p:txBody>
      </p:sp>
      <p:sp>
        <p:nvSpPr>
          <p:cNvPr id="16" name="Shape 14"/>
          <p:cNvSpPr/>
          <p:nvPr/>
        </p:nvSpPr>
        <p:spPr>
          <a:xfrm>
            <a:off x="5797296" y="2569464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53328" y="2240280"/>
            <a:ext cx="1115568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24028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write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답 작성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7196328" y="2569464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52360" y="2240280"/>
            <a:ext cx="1115568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24028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validate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검수</a:t>
            </a:r>
            <a:endParaRPr lang="ko-KR" sz="1100" dirty="0"/>
          </a:p>
        </p:txBody>
      </p:sp>
      <p:sp>
        <p:nvSpPr>
          <p:cNvPr id="22" name="Shape 20"/>
          <p:cNvSpPr/>
          <p:nvPr/>
        </p:nvSpPr>
        <p:spPr>
          <a:xfrm>
            <a:off x="3813048" y="2048256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813048" y="1856232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012948" y="114300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2948" y="1143000"/>
            <a:ext cx="64008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0108" y="1216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RAG 매뉴얼 검색</a:t>
            </a:r>
            <a:endParaRPr lang="ko-KR" sz="1000" dirty="0"/>
          </a:p>
        </p:txBody>
      </p:sp>
      <p:sp>
        <p:nvSpPr>
          <p:cNvPr id="27" name="Text 25"/>
          <p:cNvSpPr/>
          <p:nvPr/>
        </p:nvSpPr>
        <p:spPr>
          <a:xfrm>
            <a:off x="4201668" y="1234440"/>
            <a:ext cx="329184" cy="18288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ON</a:t>
            </a:r>
            <a:endParaRPr lang="ko-KR" sz="700" dirty="0"/>
          </a:p>
        </p:txBody>
      </p:sp>
      <p:sp>
        <p:nvSpPr>
          <p:cNvPr id="28" name="Text 26"/>
          <p:cNvSpPr/>
          <p:nvPr/>
        </p:nvSpPr>
        <p:spPr>
          <a:xfrm>
            <a:off x="3150108" y="1527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뜻으로 매뉴얼 찾기</a:t>
            </a:r>
            <a:endParaRPr lang="ko-KR" sz="900" dirty="0"/>
          </a:p>
        </p:txBody>
      </p:sp>
      <p:sp>
        <p:nvSpPr>
          <p:cNvPr id="29" name="Shape 27"/>
          <p:cNvSpPr/>
          <p:nvPr/>
        </p:nvSpPr>
        <p:spPr>
          <a:xfrm>
            <a:off x="6396228" y="2048256"/>
            <a:ext cx="214884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611112" y="2048256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6228" y="1856232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596128" y="114300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96128" y="1143000"/>
            <a:ext cx="64008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3288" y="1216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캐스케이드</a:t>
            </a:r>
            <a:endParaRPr lang="ko-KR" sz="1000" dirty="0"/>
          </a:p>
        </p:txBody>
      </p:sp>
      <p:sp>
        <p:nvSpPr>
          <p:cNvPr id="35" name="Text 33"/>
          <p:cNvSpPr/>
          <p:nvPr/>
        </p:nvSpPr>
        <p:spPr>
          <a:xfrm>
            <a:off x="6784848" y="1234440"/>
            <a:ext cx="329184" cy="18288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ON</a:t>
            </a:r>
            <a:endParaRPr lang="ko-KR" sz="700" dirty="0"/>
          </a:p>
        </p:txBody>
      </p:sp>
      <p:sp>
        <p:nvSpPr>
          <p:cNvPr id="36" name="Text 34"/>
          <p:cNvSpPr/>
          <p:nvPr/>
        </p:nvSpPr>
        <p:spPr>
          <a:xfrm>
            <a:off x="5733288" y="1527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작은 모델 먼저</a:t>
            </a:r>
            <a:endParaRPr lang="ko-KR" sz="900" dirty="0"/>
          </a:p>
        </p:txBody>
      </p:sp>
      <p:sp>
        <p:nvSpPr>
          <p:cNvPr id="37" name="Shape 35"/>
          <p:cNvSpPr/>
          <p:nvPr/>
        </p:nvSpPr>
        <p:spPr>
          <a:xfrm>
            <a:off x="8010144" y="2048256"/>
            <a:ext cx="59436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010144" y="2048256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069580" y="1856232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269480" y="114300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69480" y="1143000"/>
            <a:ext cx="64008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1216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LLM Judge 검수</a:t>
            </a:r>
            <a:endParaRPr lang="ko-KR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1234440"/>
            <a:ext cx="329184" cy="18288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ON</a:t>
            </a:r>
            <a:endParaRPr lang="ko-KR" sz="700" dirty="0"/>
          </a:p>
        </p:txBody>
      </p:sp>
      <p:sp>
        <p:nvSpPr>
          <p:cNvPr id="44" name="Text 42"/>
          <p:cNvSpPr/>
          <p:nvPr/>
        </p:nvSpPr>
        <p:spPr>
          <a:xfrm>
            <a:off x="7406640" y="1527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점수 미달이면 다시 쓰기</a:t>
            </a:r>
            <a:endParaRPr lang="ko-KR" sz="900" dirty="0"/>
          </a:p>
        </p:txBody>
      </p:sp>
      <p:sp>
        <p:nvSpPr>
          <p:cNvPr id="45" name="Shape 43"/>
          <p:cNvSpPr/>
          <p:nvPr/>
        </p:nvSpPr>
        <p:spPr>
          <a:xfrm>
            <a:off x="1014984" y="3090672"/>
            <a:ext cx="2798064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014984" y="2898648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414016" y="2898648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813048" y="2898648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414016" y="3090672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613916" y="3282696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13916" y="3282696"/>
            <a:ext cx="64008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51076" y="3355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비동기 · 도구 고장 허용</a:t>
            </a:r>
            <a:endParaRPr lang="ko-KR" sz="1000" dirty="0"/>
          </a:p>
        </p:txBody>
      </p:sp>
      <p:sp>
        <p:nvSpPr>
          <p:cNvPr id="53" name="Text 51"/>
          <p:cNvSpPr/>
          <p:nvPr/>
        </p:nvSpPr>
        <p:spPr>
          <a:xfrm>
            <a:off x="2802636" y="3374136"/>
            <a:ext cx="329184" cy="18288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ON</a:t>
            </a:r>
            <a:endParaRPr lang="ko-KR" sz="700" dirty="0"/>
          </a:p>
        </p:txBody>
      </p:sp>
      <p:sp>
        <p:nvSpPr>
          <p:cNvPr id="54" name="Text 52"/>
          <p:cNvSpPr/>
          <p:nvPr/>
        </p:nvSpPr>
        <p:spPr>
          <a:xfrm>
            <a:off x="1751076" y="3666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기다림 줄이고 끝까지</a:t>
            </a:r>
            <a:endParaRPr lang="ko-KR" sz="900" dirty="0"/>
          </a:p>
        </p:txBody>
      </p:sp>
      <p:sp>
        <p:nvSpPr>
          <p:cNvPr id="55" name="Shape 53"/>
          <p:cNvSpPr/>
          <p:nvPr/>
        </p:nvSpPr>
        <p:spPr>
          <a:xfrm>
            <a:off x="3813048" y="3090672"/>
            <a:ext cx="4197096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813048" y="2898648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8010144" y="2898648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839712" y="3090672"/>
            <a:ext cx="0" cy="192024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6039612" y="3282696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9612" y="3282696"/>
            <a:ext cx="64008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76772" y="3355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v2 보완</a:t>
            </a:r>
            <a:endParaRPr lang="ko-KR" sz="1000" dirty="0"/>
          </a:p>
        </p:txBody>
      </p:sp>
      <p:sp>
        <p:nvSpPr>
          <p:cNvPr id="62" name="Text 60"/>
          <p:cNvSpPr/>
          <p:nvPr/>
        </p:nvSpPr>
        <p:spPr>
          <a:xfrm>
            <a:off x="7228332" y="3374136"/>
            <a:ext cx="329184" cy="18288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ON</a:t>
            </a:r>
            <a:endParaRPr lang="ko-KR" sz="700" dirty="0"/>
          </a:p>
        </p:txBody>
      </p:sp>
      <p:sp>
        <p:nvSpPr>
          <p:cNvPr id="63" name="Text 61"/>
          <p:cNvSpPr/>
          <p:nvPr/>
        </p:nvSpPr>
        <p:spPr>
          <a:xfrm>
            <a:off x="6176772" y="3666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최소 유사도 · 수치 검증</a:t>
            </a:r>
            <a:endParaRPr lang="ko-KR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66" name="Text 64"/>
          <p:cNvSpPr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b="1" dirty="0">
                <a:solidFill>
                  <a:srgbClr val="C8102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03</a:t>
            </a:r>
            <a:endParaRPr lang="ko-KR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장병헌 (G062)</dc:creator>
  <cp:lastModifiedBy>장병헌 (G062)</cp:lastModifiedBy>
  <cp:revision>1</cp:revision>
  <dcterms:created xsi:type="dcterms:W3CDTF">2026-10-22T02:44:01Z</dcterms:created>
  <dcterms:modified xsi:type="dcterms:W3CDTF">2026-10-22T02:44:01Z</dcterms:modified>
</cp:coreProperties>
</file>