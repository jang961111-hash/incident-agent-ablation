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59" r:id="rId5"/>
    <p:sldId id="266" r:id="rId12"/>
    <p:sldId id="271" r:id="rId17"/>
    <p:sldId id="272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b703ed0-e368-367a-ed5d-5da66a6751f1}">
          <p14:sldIdLst>
            <p14:sldId id="256"/>
          </p14:sldIdLst>
        </p14:section>
        <p14:section name="요약" id="{5d3a84db-093f-033c-bb10-0d332a27469a}">
          <p14:sldIdLst>
            <p14:sldId id="257"/>
            <p14:sldId id="258"/>
            <p14:sldId id="259"/>
          </p14:sldIdLst>
        </p14:section>
        <p14:section name="문제" id="{14da6d29-f2f1-0419-fbb9-764071b85fcd}">
          <p14:sldIdLst>
            <p14:sldId id="261"/>
          </p14:sldIdLst>
        </p14:section>
        <p14:section name="개선" id="{7dd2ddb3-3f72-5f48-ad17-4113f163d6af}">
          <p14:sldIdLst/>
        </p14:section>
        <p14:section name="평가 설계" id="{1f9e9f43-4ead-79ed-8ede-f3ea5b628198}">
          <p14:sldIdLst/>
        </p14:section>
        <p14:section name="Before/After" id="{3205e74a-3a34-d5b6-d100-d3074eb4174c}">
          <p14:sldIdLst>
            <p14:sldId id="266"/>
          </p14:sldIdLst>
        </p14:section>
        <p14:section name="평가자 검증" id="{3f0189bb-5fe6-165d-6f3c-4b9b79d1c2df}">
          <p14:sldIdLst/>
        </p14:section>
        <p14:section name="시연" id="{82fa8e94-933d-2eb2-638a-703a4b60cabc}">
          <p14:sldIdLst>
            <p14:sldId id="271"/>
          </p14:sldIdLst>
        </p14:section>
        <p14:section name="한계" id="{a2bba64d-d1b5-87ed-4fcb-fab3dab16ef8}">
          <p14:sldIdLst>
            <p14:sldId id="272"/>
          </p14:sldIdLst>
        </p14:section>
        <p14:section name="마무리" id="{2199741f-2f5e-d308-499d-fca8e514ef46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AI SRE로 가고 있고, 런북 근거와 MCP 연동이 흔합니다. 그런데 공개된 수치는 대부분 업체 주장이고, 조사한 국내 기업 사례에서는 부품별 효과를 잰 공개 자료를 찾지 못했습니다. 이 과제는 합성 평가셋과 AI 평가자라는 한계 안에서 부품별 기여를 분리해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같은 보고서에서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확인한 국외 정식 출시 AI SRE: PagerDuty·Datadog·Azure·AWS·Grafana. 국내도 SK AX·삼성계정·롯데ON·GS리테일 등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조사한 국내 기업·제품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런북·과거 장애 근거, MCP 도구 연동이 흔하다. 실행을 맡기는 정도는 제품마다 다르다 (우리는 제안만)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무관한 신호를 끌어와 다른 조사를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 기반 멀티에이전트가 ReAct 대비 RCA 정확도 35.5% → 64.0% (Flow-of-Action) · 추론 과제에서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워크숍, 보도 기준)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20건·논문 37건,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+2.7초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+0.0초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+2.5초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지연은 7구성을 같은 부하로 다시 잰 값(평가 Judge 생략, scripts/run_latency_ctrl.sh).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9.2초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16.1초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12.2초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p95 지연은 7구성을 같은 부하(동시 7프로세스 x 2)로 다시 잰 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2026-10-22T01:23:32Z</dcterms:created>
  <dcterms:modified xsi:type="dcterms:W3CDTF">2026-10-22T01:23:32Z</dcterms:modified>
</cp:coreProperties>
</file>