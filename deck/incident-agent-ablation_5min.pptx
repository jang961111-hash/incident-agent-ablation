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c8b99c6-d615-b7b0-0993-87ad23a3e87a}">
          <p14:sldIdLst>
            <p14:sldId id="256"/>
          </p14:sldIdLst>
        </p14:section>
        <p14:section name="요약" id="{67fc83d8-f2c5-0466-3607-637fa2f68f2e}">
          <p14:sldIdLst>
            <p14:sldId id="257"/>
            <p14:sldId id="258"/>
            <p14:sldId id="259"/>
          </p14:sldIdLst>
        </p14:section>
        <p14:section name="문제" id="{0efcb65d-4533-99b4-be9a-925e55bd4925}">
          <p14:sldIdLst>
            <p14:sldId id="261"/>
          </p14:sldIdLst>
        </p14:section>
        <p14:section name="개선" id="{93f01414-197f-87e9-a0d0-d7eb96d707a9}">
          <p14:sldIdLst/>
        </p14:section>
        <p14:section name="평가 설계" id="{1761399b-bf95-5633-2a7e-a5f150e50ff5}">
          <p14:sldIdLst/>
        </p14:section>
        <p14:section name="Before/After" id="{edd76eb1-0797-af7b-55bd-154e8ca88ade}">
          <p14:sldIdLst>
            <p14:sldId id="266"/>
          </p14:sldIdLst>
        </p14:section>
        <p14:section name="평가자 검증" id="{0dbd85c4-9735-533b-d517-6884f6cea659}">
          <p14:sldIdLst/>
        </p14:section>
        <p14:section name="시연" id="{bd8061bc-ebd2-19e3-7d16-e6590ef11772}">
          <p14:sldIdLst>
            <p14:sldId id="271"/>
          </p14:sldIdLst>
        </p14:section>
        <p14:section name="한계" id="{851cde9e-a030-c9be-2ce2-e3e7aad1d28a}">
          <p14:sldIdLst>
            <p14:sldId id="272"/>
          </p14:sldIdLst>
        </p14:section>
        <p14:section name="마무리" id="{2d233bde-8772-1ffc-6666-f30dca9ed79c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이미 AI SRE로 가고 있고 구조도 우리와 같습니다. 그런데 공개된 수치는 대부분 업체 주장이고, 효과를 부품별로 잰 공개 사례는 찾지 못했습니다. 이 과제는 그 빈칸을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국외 정식 출시 AI SRE: PagerDuty·Datadog·Azure·AWS·Grafana. 국내도 SK AX·삼성계정·롯데ON·현대오토에버·GS리테일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 범위의 국내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현업 구조는 우리와 같다: 런북 근거 + MCP 도구 연동 + 조치 전 사람 승인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일부 조사는 개선하고 다른 조사는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SOP를 넣자 RCA 정확도 35.5% → 64.0% (Flow-of-Action, WWW'25) ·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19건·논문 38건,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2026-10-22T00:32:28Z</dcterms:created>
  <dcterms:modified xsi:type="dcterms:W3CDTF">2026-10-22T00:32:28Z</dcterms:modified>
</cp:coreProperties>
</file>