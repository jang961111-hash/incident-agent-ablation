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1deac56-f6dd-2f51-9ae3-b6b86dd9784b}">
          <p14:sldIdLst>
            <p14:sldId id="256"/>
          </p14:sldIdLst>
        </p14:section>
        <p14:section name="요약" id="{9ca0b390-78f0-2119-827d-a29b108390b2}">
          <p14:sldIdLst>
            <p14:sldId id="257"/>
            <p14:sldId id="258"/>
            <p14:sldId id="259"/>
          </p14:sldIdLst>
        </p14:section>
        <p14:section name="문제" id="{91c33122-1865-e426-1bbb-a6161130ca7d}">
          <p14:sldIdLst>
            <p14:sldId id="261"/>
          </p14:sldIdLst>
        </p14:section>
        <p14:section name="개선" id="{15c4d3cd-abd8-9e5c-cb2d-c9ed3fd259f7}">
          <p14:sldIdLst/>
        </p14:section>
        <p14:section name="평가 설계" id="{d2aa86db-52a7-8dae-b485-db36e4965d13}">
          <p14:sldIdLst/>
        </p14:section>
        <p14:section name="Before/After" id="{0d8c8eb6-3055-46da-b327-b9d93b7ec0ab}">
          <p14:sldIdLst>
            <p14:sldId id="266"/>
          </p14:sldIdLst>
        </p14:section>
        <p14:section name="평가자 검증" id="{56abb5f2-8f5b-96d2-786a-2a957098d0c8}">
          <p14:sldIdLst/>
        </p14:section>
        <p14:section name="시연" id="{1c25a6ce-fdc9-6e57-17e3-c540054adc3f}">
          <p14:sldIdLst>
            <p14:sldId id="271"/>
          </p14:sldIdLst>
        </p14:section>
        <p14:section name="한계" id="{31fadf58-a821-486a-ef6a-796a9677be7d}">
          <p14:sldIdLst>
            <p14:sldId id="272"/>
          </p14:sldIdLst>
        </p14:section>
        <p14:section name="마무리" id="{bc933ba9-fa96-8908-1c26-fdfca7d83db8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이미 AI SRE로 가고 있고 구조도 우리와 같습니다. 그런데 공개된 수치는 대부분 업체 주장이고, 효과를 부품별로 잰 공개 사례는 찾지 못했습니다. 이 과제는 그 빈칸을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국외 정식 출시 AI SRE: PagerDuty·Datadog·Azure·AWS·Grafana. 국내도 SK AX·삼성계정·롯데ON·현대오토에버·GS리테일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 범위의 국내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현업 구조는 우리와 같다: 런북 근거 + MCP 도구 연동 + 조치 전 사람 승인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일부 조사는 개선하고 다른 조사는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SOP를 넣자 RCA 정확도 35.5% → 64.0% (Flow-of-Action, WWW'25) ·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19건·논문 38건,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Noto Sans KR"/>
        <a:ea typeface="Noto Sans KR"/>
        <a:cs typeface=""/>
        <a:font script="Jpan" typeface="游ゴシック Light"/>
        <a:font script="Hang" typeface="Noto Sans KR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Noto Sans KR"/>
        <a:cs typeface=""/>
        <a:font script="Jpan" typeface="游ゴシック"/>
        <a:font script="Hang" typeface="Noto Sans K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2026-10-22T00:33:42Z</dcterms:created>
  <dcterms:modified xsi:type="dcterms:W3CDTF">2026-10-22T00:33:42Z</dcterms:modified>
</cp:coreProperties>
</file>